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30" y="6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39212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" y="48463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" y="359359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15544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Single-color Fluorescence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326440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47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Multi-color Depth-encoded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852160" y="15544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Skeletonization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852160" y="326440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Depth-separated Skeletonization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502920"/>
            <a:ext cx="4754880" cy="2743200"/>
          </a:xfrm>
          <a:prstGeom prst="roundRect">
            <a:avLst>
              <a:gd name="adj" fmla="val 2000"/>
            </a:avLst>
          </a:prstGeom>
          <a:solidFill>
            <a:srgbClr val="F8F9F9"/>
          </a:solidFill>
          <a:ln w="10160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852160" y="502920"/>
            <a:ext cx="4754880" cy="2743200"/>
          </a:xfrm>
          <a:prstGeom prst="roundRect">
            <a:avLst>
              <a:gd name="adj" fmla="val 2000"/>
            </a:avLst>
          </a:prstGeom>
          <a:solidFill>
            <a:srgbClr val="F8F9F9"/>
          </a:solidFill>
          <a:ln w="10160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74320" y="3611880"/>
            <a:ext cx="4754880" cy="2743200"/>
          </a:xfrm>
          <a:prstGeom prst="roundRect">
            <a:avLst>
              <a:gd name="adj" fmla="val 2000"/>
            </a:avLst>
          </a:prstGeom>
          <a:solidFill>
            <a:srgbClr val="F8F9F9"/>
          </a:solidFill>
          <a:ln w="10160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5852160" y="3611880"/>
            <a:ext cx="4754880" cy="2743200"/>
          </a:xfrm>
          <a:prstGeom prst="roundRect">
            <a:avLst>
              <a:gd name="adj" fmla="val 2000"/>
            </a:avLst>
          </a:prstGeom>
          <a:solidFill>
            <a:srgbClr val="F8F9F9"/>
          </a:solidFill>
          <a:ln w="10160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329184" y="2898648"/>
            <a:ext cx="4645152" cy="27432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29184" y="2898648"/>
            <a:ext cx="4645152" cy="0"/>
          </a:xfrm>
          <a:prstGeom prst="line">
            <a:avLst/>
          </a:prstGeom>
          <a:noFill/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434840" y="294436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ECM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329184" y="6007608"/>
            <a:ext cx="4645152" cy="27432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329184" y="6007608"/>
            <a:ext cx="4645152" cy="0"/>
          </a:xfrm>
          <a:prstGeom prst="line">
            <a:avLst/>
          </a:prstGeom>
          <a:noFill/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434840" y="605332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ECM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5907024" y="2898648"/>
            <a:ext cx="4645152" cy="27432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5907024" y="2898648"/>
            <a:ext cx="4645152" cy="0"/>
          </a:xfrm>
          <a:prstGeom prst="line">
            <a:avLst/>
          </a:prstGeom>
          <a:noFill/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0012680" y="294436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ECM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5907024" y="6007608"/>
            <a:ext cx="4645152" cy="27432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5907024" y="6007608"/>
            <a:ext cx="4645152" cy="0"/>
          </a:xfrm>
          <a:prstGeom prst="line">
            <a:avLst/>
          </a:prstGeom>
          <a:noFill/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10012680" y="605332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ECM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 rot="-5858152">
            <a:off x="2103120" y="2971800"/>
            <a:ext cx="56687" cy="0"/>
          </a:xfrm>
          <a:prstGeom prst="line">
            <a:avLst/>
          </a:prstGeom>
          <a:noFill/>
          <a:ln w="330200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 rot="-5914288">
            <a:off x="2095588" y="2915616"/>
            <a:ext cx="59281" cy="0"/>
          </a:xfrm>
          <a:prstGeom prst="line">
            <a:avLst/>
          </a:prstGeom>
          <a:noFill/>
          <a:ln w="324139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 rot="-5964749">
            <a:off x="2086752" y="2856997"/>
            <a:ext cx="61574" cy="0"/>
          </a:xfrm>
          <a:prstGeom prst="line">
            <a:avLst/>
          </a:prstGeom>
          <a:noFill/>
          <a:ln w="318077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 rot="-6010882">
            <a:off x="2076682" y="2796252"/>
            <a:ext cx="63563" cy="0"/>
          </a:xfrm>
          <a:prstGeom prst="line">
            <a:avLst/>
          </a:prstGeom>
          <a:noFill/>
          <a:ln w="312016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 rot="-6053734">
            <a:off x="2065447" y="2733690"/>
            <a:ext cx="65247" cy="0"/>
          </a:xfrm>
          <a:prstGeom prst="line">
            <a:avLst/>
          </a:prstGeom>
          <a:noFill/>
          <a:ln w="305955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 rot="-6094153">
            <a:off x="2053114" y="2669619"/>
            <a:ext cx="66625" cy="0"/>
          </a:xfrm>
          <a:prstGeom prst="line">
            <a:avLst/>
          </a:prstGeom>
          <a:noFill/>
          <a:ln w="299893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 rot="-6132841">
            <a:off x="2039752" y="2604348"/>
            <a:ext cx="67695" cy="0"/>
          </a:xfrm>
          <a:prstGeom prst="line">
            <a:avLst/>
          </a:prstGeom>
          <a:noFill/>
          <a:ln w="293832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 rot="-6170406">
            <a:off x="2025430" y="2538186"/>
            <a:ext cx="68457" cy="0"/>
          </a:xfrm>
          <a:prstGeom prst="line">
            <a:avLst/>
          </a:prstGeom>
          <a:noFill/>
          <a:ln w="287770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 rot="-6207393">
            <a:off x="2010217" y="2471440"/>
            <a:ext cx="68912" cy="0"/>
          </a:xfrm>
          <a:prstGeom prst="line">
            <a:avLst/>
          </a:prstGeom>
          <a:noFill/>
          <a:ln w="281709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 rot="-6244314">
            <a:off x="1994181" y="2404421"/>
            <a:ext cx="69058" cy="0"/>
          </a:xfrm>
          <a:prstGeom prst="line">
            <a:avLst/>
          </a:prstGeom>
          <a:noFill/>
          <a:ln w="275648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 rot="-6281667">
            <a:off x="1977390" y="2337435"/>
            <a:ext cx="68896" cy="0"/>
          </a:xfrm>
          <a:prstGeom prst="line">
            <a:avLst/>
          </a:prstGeom>
          <a:noFill/>
          <a:ln w="269586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 rot="-6319966">
            <a:off x="1959914" y="2270792"/>
            <a:ext cx="68427" cy="0"/>
          </a:xfrm>
          <a:prstGeom prst="line">
            <a:avLst/>
          </a:prstGeom>
          <a:noFill/>
          <a:ln w="263525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 rot="-6359756">
            <a:off x="1941820" y="2204801"/>
            <a:ext cx="67650" cy="0"/>
          </a:xfrm>
          <a:prstGeom prst="line">
            <a:avLst/>
          </a:prstGeom>
          <a:noFill/>
          <a:ln w="257464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 rot="-6401644">
            <a:off x="1923178" y="2139770"/>
            <a:ext cx="66568" cy="0"/>
          </a:xfrm>
          <a:prstGeom prst="line">
            <a:avLst/>
          </a:prstGeom>
          <a:noFill/>
          <a:ln w="251402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 rot="-6446330">
            <a:off x="1904055" y="2076008"/>
            <a:ext cx="65181" cy="0"/>
          </a:xfrm>
          <a:prstGeom prst="line">
            <a:avLst/>
          </a:prstGeom>
          <a:noFill/>
          <a:ln w="245341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 rot="-6494648">
            <a:off x="1884521" y="2013823"/>
            <a:ext cx="63491" cy="0"/>
          </a:xfrm>
          <a:prstGeom prst="line">
            <a:avLst/>
          </a:prstGeom>
          <a:noFill/>
          <a:ln w="239280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 rot="-6547618">
            <a:off x="1864644" y="1953524"/>
            <a:ext cx="61499" cy="0"/>
          </a:xfrm>
          <a:prstGeom prst="line">
            <a:avLst/>
          </a:prstGeom>
          <a:noFill/>
          <a:ln w="233218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 rot="-6606527">
            <a:off x="1844493" y="1895420"/>
            <a:ext cx="59211" cy="0"/>
          </a:xfrm>
          <a:prstGeom prst="line">
            <a:avLst/>
          </a:prstGeom>
          <a:noFill/>
          <a:ln w="227157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 rot="-6673036">
            <a:off x="1824137" y="1839819"/>
            <a:ext cx="56628" cy="0"/>
          </a:xfrm>
          <a:prstGeom prst="line">
            <a:avLst/>
          </a:prstGeom>
          <a:noFill/>
          <a:ln w="221095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 rot="-6749348">
            <a:off x="1803643" y="1787029"/>
            <a:ext cx="53757" cy="0"/>
          </a:xfrm>
          <a:prstGeom prst="line">
            <a:avLst/>
          </a:prstGeom>
          <a:noFill/>
          <a:ln w="215034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 rot="-6822757">
            <a:off x="1783080" y="1737360"/>
            <a:ext cx="74867" cy="0"/>
          </a:xfrm>
          <a:prstGeom prst="line">
            <a:avLst/>
          </a:prstGeom>
          <a:noFill/>
          <a:ln w="202911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 rot="-6889112">
            <a:off x="1752972" y="1668813"/>
            <a:ext cx="75301" cy="0"/>
          </a:xfrm>
          <a:prstGeom prst="line">
            <a:avLst/>
          </a:prstGeom>
          <a:noFill/>
          <a:ln w="196850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 rot="-6962741">
            <a:off x="1721365" y="1600467"/>
            <a:ext cx="75627" cy="0"/>
          </a:xfrm>
          <a:prstGeom prst="line">
            <a:avLst/>
          </a:prstGeom>
          <a:noFill/>
          <a:ln w="190789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 rot="-7043883">
            <a:off x="1688158" y="1532520"/>
            <a:ext cx="75856" cy="0"/>
          </a:xfrm>
          <a:prstGeom prst="line">
            <a:avLst/>
          </a:prstGeom>
          <a:noFill/>
          <a:ln w="184727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 rot="-7132808">
            <a:off x="1653251" y="1465173"/>
            <a:ext cx="75999" cy="0"/>
          </a:xfrm>
          <a:prstGeom prst="line">
            <a:avLst/>
          </a:prstGeom>
          <a:noFill/>
          <a:ln w="178666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 rot="-7229803">
            <a:off x="1616545" y="1398625"/>
            <a:ext cx="76071" cy="0"/>
          </a:xfrm>
          <a:prstGeom prst="line">
            <a:avLst/>
          </a:prstGeom>
          <a:noFill/>
          <a:ln w="172605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 rot="-7335165">
            <a:off x="1577940" y="1333078"/>
            <a:ext cx="76088" cy="0"/>
          </a:xfrm>
          <a:prstGeom prst="line">
            <a:avLst/>
          </a:prstGeom>
          <a:noFill/>
          <a:ln w="166543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 rot="-7449181">
            <a:off x="1537335" y="1268730"/>
            <a:ext cx="76067" cy="0"/>
          </a:xfrm>
          <a:prstGeom prst="line">
            <a:avLst/>
          </a:prstGeom>
          <a:noFill/>
          <a:ln w="160482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 rot="-7572111">
            <a:off x="1494631" y="1205782"/>
            <a:ext cx="76026" cy="0"/>
          </a:xfrm>
          <a:prstGeom prst="line">
            <a:avLst/>
          </a:prstGeom>
          <a:noFill/>
          <a:ln w="154420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 rot="-7704167">
            <a:off x="1449727" y="1144433"/>
            <a:ext cx="75988" cy="0"/>
          </a:xfrm>
          <a:prstGeom prst="line">
            <a:avLst/>
          </a:prstGeom>
          <a:noFill/>
          <a:ln w="148359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 rot="-7845482">
            <a:off x="1402524" y="1084884"/>
            <a:ext cx="75976" cy="0"/>
          </a:xfrm>
          <a:prstGeom prst="line">
            <a:avLst/>
          </a:prstGeom>
          <a:noFill/>
          <a:ln w="142298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 rot="-7996084">
            <a:off x="1352922" y="1027334"/>
            <a:ext cx="76015" cy="0"/>
          </a:xfrm>
          <a:prstGeom prst="line">
            <a:avLst/>
          </a:prstGeom>
          <a:noFill/>
          <a:ln w="136236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 rot="-8155863">
            <a:off x="1300821" y="971983"/>
            <a:ext cx="76131" cy="0"/>
          </a:xfrm>
          <a:prstGeom prst="line">
            <a:avLst/>
          </a:prstGeom>
          <a:noFill/>
          <a:ln w="130175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 rot="-8324540">
            <a:off x="1246120" y="919032"/>
            <a:ext cx="76355" cy="0"/>
          </a:xfrm>
          <a:prstGeom prst="line">
            <a:avLst/>
          </a:prstGeom>
          <a:noFill/>
          <a:ln w="124114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 rot="-9005476">
            <a:off x="1188720" y="868680"/>
            <a:ext cx="79014" cy="0"/>
          </a:xfrm>
          <a:prstGeom prst="line">
            <a:avLst/>
          </a:prstGeom>
          <a:noFill/>
          <a:ln w="111991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 rot="-9134934">
            <a:off x="1120229" y="829282"/>
            <a:ext cx="76787" cy="0"/>
          </a:xfrm>
          <a:prstGeom prst="line">
            <a:avLst/>
          </a:prstGeom>
          <a:noFill/>
          <a:ln w="105930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 rot="-9270204">
            <a:off x="1052274" y="793528"/>
            <a:ext cx="74100" cy="0"/>
          </a:xfrm>
          <a:prstGeom prst="line">
            <a:avLst/>
          </a:prstGeom>
          <a:noFill/>
          <a:ln w="99868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 rot="-9414788">
            <a:off x="985391" y="761631"/>
            <a:ext cx="70959" cy="0"/>
          </a:xfrm>
          <a:prstGeom prst="line">
            <a:avLst/>
          </a:prstGeom>
          <a:noFill/>
          <a:ln w="93807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 rot="-9573143">
            <a:off x="920115" y="733806"/>
            <a:ext cx="67378" cy="0"/>
          </a:xfrm>
          <a:prstGeom prst="line">
            <a:avLst/>
          </a:prstGeom>
          <a:noFill/>
          <a:ln w="87745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 rot="-9751188">
            <a:off x="856982" y="710267"/>
            <a:ext cx="63381" cy="0"/>
          </a:xfrm>
          <a:prstGeom prst="line">
            <a:avLst/>
          </a:prstGeom>
          <a:noFill/>
          <a:ln w="81684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 rot="-9957068">
            <a:off x="796528" y="691229"/>
            <a:ext cx="59004" cy="0"/>
          </a:xfrm>
          <a:prstGeom prst="line">
            <a:avLst/>
          </a:prstGeom>
          <a:noFill/>
          <a:ln w="75623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 rot="-10202337">
            <a:off x="739289" y="676906"/>
            <a:ext cx="54307" cy="0"/>
          </a:xfrm>
          <a:prstGeom prst="line">
            <a:avLst/>
          </a:prstGeom>
          <a:noFill/>
          <a:ln w="69561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 rot="-2128038">
            <a:off x="1783080" y="1737360"/>
            <a:ext cx="86721" cy="0"/>
          </a:xfrm>
          <a:prstGeom prst="line">
            <a:avLst/>
          </a:prstGeom>
          <a:noFill/>
          <a:ln w="203200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 rot="-2116433">
            <a:off x="1853709" y="1687041"/>
            <a:ext cx="91289" cy="0"/>
          </a:xfrm>
          <a:prstGeom prst="line">
            <a:avLst/>
          </a:prstGeom>
          <a:noFill/>
          <a:ln w="197126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 rot="-2100358">
            <a:off x="1928238" y="1634323"/>
            <a:ext cx="95383" cy="0"/>
          </a:xfrm>
          <a:prstGeom prst="line">
            <a:avLst/>
          </a:prstGeom>
          <a:noFill/>
          <a:ln w="191052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 rot="-2080136">
            <a:off x="2006365" y="1579606"/>
            <a:ext cx="99004" cy="0"/>
          </a:xfrm>
          <a:prstGeom prst="line">
            <a:avLst/>
          </a:prstGeom>
          <a:noFill/>
          <a:ln w="184978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/>
          <p:cNvSpPr/>
          <p:nvPr/>
        </p:nvSpPr>
        <p:spPr>
          <a:xfrm rot="-2055928">
            <a:off x="2087791" y="1523289"/>
            <a:ext cx="102156" cy="0"/>
          </a:xfrm>
          <a:prstGeom prst="line">
            <a:avLst/>
          </a:prstGeom>
          <a:noFill/>
          <a:ln w="178904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 rot="-2027768">
            <a:off x="2172217" y="1465773"/>
            <a:ext cx="104840" cy="0"/>
          </a:xfrm>
          <a:prstGeom prst="line">
            <a:avLst/>
          </a:prstGeom>
          <a:noFill/>
          <a:ln w="172830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 rot="-1995585">
            <a:off x="2259341" y="1407456"/>
            <a:ext cx="107061" cy="0"/>
          </a:xfrm>
          <a:prstGeom prst="line">
            <a:avLst/>
          </a:prstGeom>
          <a:noFill/>
          <a:ln w="166757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/>
          <p:cNvSpPr/>
          <p:nvPr/>
        </p:nvSpPr>
        <p:spPr>
          <a:xfrm rot="-1959212">
            <a:off x="2348865" y="1348740"/>
            <a:ext cx="108823" cy="0"/>
          </a:xfrm>
          <a:prstGeom prst="line">
            <a:avLst/>
          </a:prstGeom>
          <a:noFill/>
          <a:ln w="160683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 rot="-1918393">
            <a:off x="2440488" y="1290024"/>
            <a:ext cx="110130" cy="0"/>
          </a:xfrm>
          <a:prstGeom prst="line">
            <a:avLst/>
          </a:prstGeom>
          <a:noFill/>
          <a:ln w="154609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 rot="-1872783">
            <a:off x="2533911" y="1231707"/>
            <a:ext cx="110988" cy="0"/>
          </a:xfrm>
          <a:prstGeom prst="line">
            <a:avLst/>
          </a:prstGeom>
          <a:noFill/>
          <a:ln w="148535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/>
          <p:cNvSpPr/>
          <p:nvPr/>
        </p:nvSpPr>
        <p:spPr>
          <a:xfrm rot="-1821937">
            <a:off x="2628833" y="1174191"/>
            <a:ext cx="111405" cy="0"/>
          </a:xfrm>
          <a:prstGeom prst="line">
            <a:avLst/>
          </a:prstGeom>
          <a:noFill/>
          <a:ln w="142461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 rot="-1765303">
            <a:off x="2724955" y="1117874"/>
            <a:ext cx="111388" cy="0"/>
          </a:xfrm>
          <a:prstGeom prst="line">
            <a:avLst/>
          </a:prstGeom>
          <a:noFill/>
          <a:ln w="136387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 rot="-1702206">
            <a:off x="2821977" y="1063157"/>
            <a:ext cx="110947" cy="0"/>
          </a:xfrm>
          <a:prstGeom prst="line">
            <a:avLst/>
          </a:prstGeom>
          <a:noFill/>
          <a:ln w="130313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7"/>
          <p:cNvSpPr/>
          <p:nvPr/>
        </p:nvSpPr>
        <p:spPr>
          <a:xfrm rot="-1631830">
            <a:off x="2919599" y="1010439"/>
            <a:ext cx="110093" cy="0"/>
          </a:xfrm>
          <a:prstGeom prst="line">
            <a:avLst/>
          </a:prstGeom>
          <a:noFill/>
          <a:ln w="124239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 rot="-1282282">
            <a:off x="3017520" y="960120"/>
            <a:ext cx="110466" cy="0"/>
          </a:xfrm>
          <a:prstGeom prst="line">
            <a:avLst/>
          </a:prstGeom>
          <a:noFill/>
          <a:ln w="112091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/>
          <p:cNvSpPr/>
          <p:nvPr/>
        </p:nvSpPr>
        <p:spPr>
          <a:xfrm rot="-1226031">
            <a:off x="3120390" y="919865"/>
            <a:ext cx="109778" cy="0"/>
          </a:xfrm>
          <a:prstGeom prst="line">
            <a:avLst/>
          </a:prstGeom>
          <a:noFill/>
          <a:ln w="106017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/>
          <p:cNvSpPr/>
          <p:nvPr/>
        </p:nvSpPr>
        <p:spPr>
          <a:xfrm rot="-1162717">
            <a:off x="3223260" y="881539"/>
            <a:ext cx="109048" cy="0"/>
          </a:xfrm>
          <a:prstGeom prst="line">
            <a:avLst/>
          </a:prstGeom>
          <a:noFill/>
          <a:ln w="99943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Shape 81"/>
          <p:cNvSpPr/>
          <p:nvPr/>
        </p:nvSpPr>
        <p:spPr>
          <a:xfrm rot="-1092112">
            <a:off x="3326130" y="845356"/>
            <a:ext cx="108289" cy="0"/>
          </a:xfrm>
          <a:prstGeom prst="line">
            <a:avLst/>
          </a:prstGeom>
          <a:noFill/>
          <a:ln w="93870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Shape 82"/>
          <p:cNvSpPr/>
          <p:nvPr/>
        </p:nvSpPr>
        <p:spPr>
          <a:xfrm rot="-1013988">
            <a:off x="3429000" y="811530"/>
            <a:ext cx="107513" cy="0"/>
          </a:xfrm>
          <a:prstGeom prst="line">
            <a:avLst/>
          </a:prstGeom>
          <a:noFill/>
          <a:ln w="87796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Shape 83"/>
          <p:cNvSpPr/>
          <p:nvPr/>
        </p:nvSpPr>
        <p:spPr>
          <a:xfrm rot="-928121">
            <a:off x="3531870" y="780276"/>
            <a:ext cx="106736" cy="0"/>
          </a:xfrm>
          <a:prstGeom prst="line">
            <a:avLst/>
          </a:prstGeom>
          <a:noFill/>
          <a:ln w="81722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6" name="Shape 84"/>
          <p:cNvSpPr/>
          <p:nvPr/>
        </p:nvSpPr>
        <p:spPr>
          <a:xfrm rot="-834306">
            <a:off x="3634740" y="751808"/>
            <a:ext cx="105976" cy="0"/>
          </a:xfrm>
          <a:prstGeom prst="line">
            <a:avLst/>
          </a:prstGeom>
          <a:noFill/>
          <a:ln w="75648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Shape 85"/>
          <p:cNvSpPr/>
          <p:nvPr/>
        </p:nvSpPr>
        <p:spPr>
          <a:xfrm rot="-732367">
            <a:off x="3737610" y="726341"/>
            <a:ext cx="105249" cy="0"/>
          </a:xfrm>
          <a:prstGeom prst="line">
            <a:avLst/>
          </a:prstGeom>
          <a:noFill/>
          <a:ln w="69574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Shape 86"/>
          <p:cNvSpPr/>
          <p:nvPr/>
        </p:nvSpPr>
        <p:spPr>
          <a:xfrm rot="8657599">
            <a:off x="1188720" y="868680"/>
            <a:ext cx="84457" cy="0"/>
          </a:xfrm>
          <a:prstGeom prst="line">
            <a:avLst/>
          </a:prstGeom>
          <a:noFill/>
          <a:ln w="127000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9" name="Shape 87"/>
          <p:cNvSpPr/>
          <p:nvPr/>
        </p:nvSpPr>
        <p:spPr>
          <a:xfrm rot="8803507">
            <a:off x="1120140" y="917972"/>
            <a:ext cx="82029" cy="0"/>
          </a:xfrm>
          <a:prstGeom prst="line">
            <a:avLst/>
          </a:prstGeom>
          <a:noFill/>
          <a:ln w="117475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Shape 88"/>
          <p:cNvSpPr/>
          <p:nvPr/>
        </p:nvSpPr>
        <p:spPr>
          <a:xfrm rot="8958017">
            <a:off x="1051560" y="962978"/>
            <a:ext cx="79758" cy="0"/>
          </a:xfrm>
          <a:prstGeom prst="line">
            <a:avLst/>
          </a:prstGeom>
          <a:noFill/>
          <a:ln w="107950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1" name="Shape 89"/>
          <p:cNvSpPr/>
          <p:nvPr/>
        </p:nvSpPr>
        <p:spPr>
          <a:xfrm rot="9121232">
            <a:off x="982980" y="1003697"/>
            <a:ext cx="77657" cy="0"/>
          </a:xfrm>
          <a:prstGeom prst="line">
            <a:avLst/>
          </a:prstGeom>
          <a:noFill/>
          <a:ln w="98425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2" name="Shape 90"/>
          <p:cNvSpPr/>
          <p:nvPr/>
        </p:nvSpPr>
        <p:spPr>
          <a:xfrm rot="9293110">
            <a:off x="914400" y="1040130"/>
            <a:ext cx="75741" cy="0"/>
          </a:xfrm>
          <a:prstGeom prst="line">
            <a:avLst/>
          </a:prstGeom>
          <a:noFill/>
          <a:ln w="88900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3" name="Shape 91"/>
          <p:cNvSpPr/>
          <p:nvPr/>
        </p:nvSpPr>
        <p:spPr>
          <a:xfrm rot="9473433">
            <a:off x="845820" y="1072277"/>
            <a:ext cx="74023" cy="0"/>
          </a:xfrm>
          <a:prstGeom prst="line">
            <a:avLst/>
          </a:prstGeom>
          <a:noFill/>
          <a:ln w="79375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Shape 92"/>
          <p:cNvSpPr/>
          <p:nvPr/>
        </p:nvSpPr>
        <p:spPr>
          <a:xfrm rot="9661776">
            <a:off x="777240" y="1100138"/>
            <a:ext cx="72519" cy="0"/>
          </a:xfrm>
          <a:prstGeom prst="line">
            <a:avLst/>
          </a:prstGeom>
          <a:noFill/>
          <a:ln w="69850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5" name="Shape 93"/>
          <p:cNvSpPr/>
          <p:nvPr/>
        </p:nvSpPr>
        <p:spPr>
          <a:xfrm rot="9857482">
            <a:off x="708660" y="1123712"/>
            <a:ext cx="71241" cy="0"/>
          </a:xfrm>
          <a:prstGeom prst="line">
            <a:avLst/>
          </a:prstGeom>
          <a:noFill/>
          <a:ln w="60325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6" name="Shape 94"/>
          <p:cNvSpPr/>
          <p:nvPr/>
        </p:nvSpPr>
        <p:spPr>
          <a:xfrm rot="-4704469">
            <a:off x="2560320" y="1188720"/>
            <a:ext cx="85322" cy="0"/>
          </a:xfrm>
          <a:prstGeom prst="line">
            <a:avLst/>
          </a:prstGeom>
          <a:noFill/>
          <a:ln w="114300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7" name="Shape 95"/>
          <p:cNvSpPr/>
          <p:nvPr/>
        </p:nvSpPr>
        <p:spPr>
          <a:xfrm rot="-4667972">
            <a:off x="2577465" y="1105138"/>
            <a:ext cx="81128" cy="0"/>
          </a:xfrm>
          <a:prstGeom prst="line">
            <a:avLst/>
          </a:prstGeom>
          <a:noFill/>
          <a:ln w="106363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8" name="Shape 96"/>
          <p:cNvSpPr/>
          <p:nvPr/>
        </p:nvSpPr>
        <p:spPr>
          <a:xfrm rot="-4627500">
            <a:off x="2594610" y="1025843"/>
            <a:ext cx="76944" cy="0"/>
          </a:xfrm>
          <a:prstGeom prst="line">
            <a:avLst/>
          </a:prstGeom>
          <a:noFill/>
          <a:ln w="98425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9" name="Shape 97"/>
          <p:cNvSpPr/>
          <p:nvPr/>
        </p:nvSpPr>
        <p:spPr>
          <a:xfrm rot="-4582380">
            <a:off x="2611755" y="950833"/>
            <a:ext cx="72772" cy="0"/>
          </a:xfrm>
          <a:prstGeom prst="line">
            <a:avLst/>
          </a:prstGeom>
          <a:noFill/>
          <a:ln w="90488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" name="Shape 98"/>
          <p:cNvSpPr/>
          <p:nvPr/>
        </p:nvSpPr>
        <p:spPr>
          <a:xfrm rot="-4531782">
            <a:off x="2628900" y="880110"/>
            <a:ext cx="68613" cy="0"/>
          </a:xfrm>
          <a:prstGeom prst="line">
            <a:avLst/>
          </a:prstGeom>
          <a:noFill/>
          <a:ln w="82550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" name="Shape 99"/>
          <p:cNvSpPr/>
          <p:nvPr/>
        </p:nvSpPr>
        <p:spPr>
          <a:xfrm rot="-4474670">
            <a:off x="2646045" y="813673"/>
            <a:ext cx="64472" cy="0"/>
          </a:xfrm>
          <a:prstGeom prst="line">
            <a:avLst/>
          </a:prstGeom>
          <a:noFill/>
          <a:ln w="74613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" name="Shape 100"/>
          <p:cNvSpPr/>
          <p:nvPr/>
        </p:nvSpPr>
        <p:spPr>
          <a:xfrm rot="-4409738">
            <a:off x="2663190" y="751523"/>
            <a:ext cx="60351" cy="0"/>
          </a:xfrm>
          <a:prstGeom prst="line">
            <a:avLst/>
          </a:prstGeom>
          <a:noFill/>
          <a:ln w="66675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3" name="Shape 101"/>
          <p:cNvSpPr/>
          <p:nvPr/>
        </p:nvSpPr>
        <p:spPr>
          <a:xfrm rot="-4335320">
            <a:off x="2680335" y="693658"/>
            <a:ext cx="56254" cy="0"/>
          </a:xfrm>
          <a:prstGeom prst="line">
            <a:avLst/>
          </a:prstGeom>
          <a:noFill/>
          <a:ln w="58738">
            <a:solidFill>
              <a:srgbClr val="27AE6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4" name="Shape 102"/>
          <p:cNvSpPr/>
          <p:nvPr/>
        </p:nvSpPr>
        <p:spPr>
          <a:xfrm rot="-6699575">
            <a:off x="3566160" y="2971800"/>
            <a:ext cx="66460" cy="0"/>
          </a:xfrm>
          <a:prstGeom prst="line">
            <a:avLst/>
          </a:prstGeom>
          <a:noFill/>
          <a:ln w="304800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5" name="Shape 103"/>
          <p:cNvSpPr/>
          <p:nvPr/>
        </p:nvSpPr>
        <p:spPr>
          <a:xfrm rot="-6822969">
            <a:off x="3541630" y="2910033"/>
            <a:ext cx="69058" cy="0"/>
          </a:xfrm>
          <a:prstGeom prst="line">
            <a:avLst/>
          </a:prstGeom>
          <a:noFill/>
          <a:ln w="299055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6" name="Shape 104"/>
          <p:cNvSpPr/>
          <p:nvPr/>
        </p:nvSpPr>
        <p:spPr>
          <a:xfrm rot="-6936053">
            <a:off x="3513855" y="2846807"/>
            <a:ext cx="71465" cy="0"/>
          </a:xfrm>
          <a:prstGeom prst="line">
            <a:avLst/>
          </a:prstGeom>
          <a:noFill/>
          <a:ln w="293310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7" name="Shape 105"/>
          <p:cNvSpPr/>
          <p:nvPr/>
        </p:nvSpPr>
        <p:spPr>
          <a:xfrm rot="-7040858">
            <a:off x="3482975" y="2782358"/>
            <a:ext cx="73670" cy="0"/>
          </a:xfrm>
          <a:prstGeom prst="line">
            <a:avLst/>
          </a:prstGeom>
          <a:noFill/>
          <a:ln w="287564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8" name="Shape 106"/>
          <p:cNvSpPr/>
          <p:nvPr/>
        </p:nvSpPr>
        <p:spPr>
          <a:xfrm rot="-7139056">
            <a:off x="3449132" y="2716922"/>
            <a:ext cx="75666" cy="0"/>
          </a:xfrm>
          <a:prstGeom prst="line">
            <a:avLst/>
          </a:prstGeom>
          <a:noFill/>
          <a:ln w="281819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9" name="Shape 107"/>
          <p:cNvSpPr/>
          <p:nvPr/>
        </p:nvSpPr>
        <p:spPr>
          <a:xfrm rot="-7232044">
            <a:off x="3412466" y="2650733"/>
            <a:ext cx="77446" cy="0"/>
          </a:xfrm>
          <a:prstGeom prst="line">
            <a:avLst/>
          </a:prstGeom>
          <a:noFill/>
          <a:ln w="276074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0" name="Shape 108"/>
          <p:cNvSpPr/>
          <p:nvPr/>
        </p:nvSpPr>
        <p:spPr>
          <a:xfrm rot="-7321010">
            <a:off x="3373120" y="2584027"/>
            <a:ext cx="79006" cy="0"/>
          </a:xfrm>
          <a:prstGeom prst="line">
            <a:avLst/>
          </a:prstGeom>
          <a:noFill/>
          <a:ln w="270329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1" name="Shape 109"/>
          <p:cNvSpPr/>
          <p:nvPr/>
        </p:nvSpPr>
        <p:spPr>
          <a:xfrm rot="-7406984">
            <a:off x="3331234" y="2517038"/>
            <a:ext cx="80343" cy="0"/>
          </a:xfrm>
          <a:prstGeom prst="line">
            <a:avLst/>
          </a:prstGeom>
          <a:noFill/>
          <a:ln w="264583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2" name="Shape 110"/>
          <p:cNvSpPr/>
          <p:nvPr/>
        </p:nvSpPr>
        <p:spPr>
          <a:xfrm rot="-7490875">
            <a:off x="3286948" y="2450002"/>
            <a:ext cx="81455" cy="0"/>
          </a:xfrm>
          <a:prstGeom prst="line">
            <a:avLst/>
          </a:prstGeom>
          <a:noFill/>
          <a:ln w="258838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3" name="Shape 111"/>
          <p:cNvSpPr/>
          <p:nvPr/>
        </p:nvSpPr>
        <p:spPr>
          <a:xfrm rot="-7573506">
            <a:off x="3240405" y="2383155"/>
            <a:ext cx="82340" cy="0"/>
          </a:xfrm>
          <a:prstGeom prst="line">
            <a:avLst/>
          </a:prstGeom>
          <a:noFill/>
          <a:ln w="253093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4" name="Shape 112"/>
          <p:cNvSpPr/>
          <p:nvPr/>
        </p:nvSpPr>
        <p:spPr>
          <a:xfrm rot="-7655640">
            <a:off x="3191745" y="2316731"/>
            <a:ext cx="83000" cy="0"/>
          </a:xfrm>
          <a:prstGeom prst="line">
            <a:avLst/>
          </a:prstGeom>
          <a:noFill/>
          <a:ln w="247348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5" name="Shape 113"/>
          <p:cNvSpPr/>
          <p:nvPr/>
        </p:nvSpPr>
        <p:spPr>
          <a:xfrm rot="-7738001">
            <a:off x="3141110" y="2250965"/>
            <a:ext cx="83435" cy="0"/>
          </a:xfrm>
          <a:prstGeom prst="line">
            <a:avLst/>
          </a:prstGeom>
          <a:noFill/>
          <a:ln w="241602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6" name="Shape 114"/>
          <p:cNvSpPr/>
          <p:nvPr/>
        </p:nvSpPr>
        <p:spPr>
          <a:xfrm rot="-7821295">
            <a:off x="3088640" y="2186093"/>
            <a:ext cx="83647" cy="0"/>
          </a:xfrm>
          <a:prstGeom prst="line">
            <a:avLst/>
          </a:prstGeom>
          <a:noFill/>
          <a:ln w="235857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7" name="Shape 115"/>
          <p:cNvSpPr/>
          <p:nvPr/>
        </p:nvSpPr>
        <p:spPr>
          <a:xfrm rot="-7906227">
            <a:off x="3034477" y="2122350"/>
            <a:ext cx="83638" cy="0"/>
          </a:xfrm>
          <a:prstGeom prst="line">
            <a:avLst/>
          </a:prstGeom>
          <a:noFill/>
          <a:ln w="230112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8" name="Shape 116"/>
          <p:cNvSpPr/>
          <p:nvPr/>
        </p:nvSpPr>
        <p:spPr>
          <a:xfrm rot="-7993519">
            <a:off x="2978761" y="2059971"/>
            <a:ext cx="83412" cy="0"/>
          </a:xfrm>
          <a:prstGeom prst="line">
            <a:avLst/>
          </a:prstGeom>
          <a:noFill/>
          <a:ln w="224367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9" name="Shape 117"/>
          <p:cNvSpPr/>
          <p:nvPr/>
        </p:nvSpPr>
        <p:spPr>
          <a:xfrm rot="-8083923">
            <a:off x="2921635" y="1999192"/>
            <a:ext cx="82974" cy="0"/>
          </a:xfrm>
          <a:prstGeom prst="line">
            <a:avLst/>
          </a:prstGeom>
          <a:noFill/>
          <a:ln w="218621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0" name="Shape 118"/>
          <p:cNvSpPr/>
          <p:nvPr/>
        </p:nvSpPr>
        <p:spPr>
          <a:xfrm rot="-8178243">
            <a:off x="2863239" y="1940246"/>
            <a:ext cx="82329" cy="0"/>
          </a:xfrm>
          <a:prstGeom prst="line">
            <a:avLst/>
          </a:prstGeom>
          <a:noFill/>
          <a:ln w="212876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1" name="Shape 119"/>
          <p:cNvSpPr/>
          <p:nvPr/>
        </p:nvSpPr>
        <p:spPr>
          <a:xfrm rot="-8277350">
            <a:off x="2803713" y="1883371"/>
            <a:ext cx="81485" cy="0"/>
          </a:xfrm>
          <a:prstGeom prst="line">
            <a:avLst/>
          </a:prstGeom>
          <a:noFill/>
          <a:ln w="207131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2" name="Shape 120"/>
          <p:cNvSpPr/>
          <p:nvPr/>
        </p:nvSpPr>
        <p:spPr>
          <a:xfrm rot="-8607374">
            <a:off x="2743200" y="1828800"/>
            <a:ext cx="97536" cy="0"/>
          </a:xfrm>
          <a:prstGeom prst="line">
            <a:avLst/>
          </a:prstGeom>
          <a:noFill/>
          <a:ln w="195640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3" name="Shape 121"/>
          <p:cNvSpPr/>
          <p:nvPr/>
        </p:nvSpPr>
        <p:spPr>
          <a:xfrm rot="-8646414">
            <a:off x="2664840" y="1770724"/>
            <a:ext cx="96605" cy="0"/>
          </a:xfrm>
          <a:prstGeom prst="line">
            <a:avLst/>
          </a:prstGeom>
          <a:noFill/>
          <a:ln w="189895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4" name="Shape 122"/>
          <p:cNvSpPr/>
          <p:nvPr/>
        </p:nvSpPr>
        <p:spPr>
          <a:xfrm rot="-8685309">
            <a:off x="2586579" y="1714087"/>
            <a:ext cx="95581" cy="0"/>
          </a:xfrm>
          <a:prstGeom prst="line">
            <a:avLst/>
          </a:prstGeom>
          <a:noFill/>
          <a:ln w="184150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5" name="Shape 123"/>
          <p:cNvSpPr/>
          <p:nvPr/>
        </p:nvSpPr>
        <p:spPr>
          <a:xfrm rot="-8724174">
            <a:off x="2508518" y="1658930"/>
            <a:ext cx="94465" cy="0"/>
          </a:xfrm>
          <a:prstGeom prst="line">
            <a:avLst/>
          </a:prstGeom>
          <a:noFill/>
          <a:ln w="178405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6" name="Shape 124"/>
          <p:cNvSpPr/>
          <p:nvPr/>
        </p:nvSpPr>
        <p:spPr>
          <a:xfrm rot="-8763128">
            <a:off x="2430758" y="1605292"/>
            <a:ext cx="93257" cy="0"/>
          </a:xfrm>
          <a:prstGeom prst="line">
            <a:avLst/>
          </a:prstGeom>
          <a:noFill/>
          <a:ln w="172660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7" name="Shape 125"/>
          <p:cNvSpPr/>
          <p:nvPr/>
        </p:nvSpPr>
        <p:spPr>
          <a:xfrm rot="-8802299">
            <a:off x="2353397" y="1553214"/>
            <a:ext cx="91955" cy="0"/>
          </a:xfrm>
          <a:prstGeom prst="line">
            <a:avLst/>
          </a:prstGeom>
          <a:noFill/>
          <a:ln w="166914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8" name="Shape 126"/>
          <p:cNvSpPr/>
          <p:nvPr/>
        </p:nvSpPr>
        <p:spPr>
          <a:xfrm rot="-8841823">
            <a:off x="2276536" y="1502735"/>
            <a:ext cx="90559" cy="0"/>
          </a:xfrm>
          <a:prstGeom prst="line">
            <a:avLst/>
          </a:prstGeom>
          <a:noFill/>
          <a:ln w="161169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9" name="Shape 127"/>
          <p:cNvSpPr/>
          <p:nvPr/>
        </p:nvSpPr>
        <p:spPr>
          <a:xfrm rot="-8881845">
            <a:off x="2200275" y="1453896"/>
            <a:ext cx="89070" cy="0"/>
          </a:xfrm>
          <a:prstGeom prst="line">
            <a:avLst/>
          </a:prstGeom>
          <a:noFill/>
          <a:ln w="155424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0" name="Shape 128"/>
          <p:cNvSpPr/>
          <p:nvPr/>
        </p:nvSpPr>
        <p:spPr>
          <a:xfrm rot="-8922525">
            <a:off x="2124714" y="1406736"/>
            <a:ext cx="87488" cy="0"/>
          </a:xfrm>
          <a:prstGeom prst="line">
            <a:avLst/>
          </a:prstGeom>
          <a:noFill/>
          <a:ln w="149679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1" name="Shape 129"/>
          <p:cNvSpPr/>
          <p:nvPr/>
        </p:nvSpPr>
        <p:spPr>
          <a:xfrm rot="-8964040">
            <a:off x="2049952" y="1361296"/>
            <a:ext cx="85811" cy="0"/>
          </a:xfrm>
          <a:prstGeom prst="line">
            <a:avLst/>
          </a:prstGeom>
          <a:noFill/>
          <a:ln w="143933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2" name="Shape 130"/>
          <p:cNvSpPr/>
          <p:nvPr/>
        </p:nvSpPr>
        <p:spPr>
          <a:xfrm rot="-9006583">
            <a:off x="1976090" y="1317616"/>
            <a:ext cx="84041" cy="0"/>
          </a:xfrm>
          <a:prstGeom prst="line">
            <a:avLst/>
          </a:prstGeom>
          <a:noFill/>
          <a:ln w="138188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3" name="Shape 131"/>
          <p:cNvSpPr/>
          <p:nvPr/>
        </p:nvSpPr>
        <p:spPr>
          <a:xfrm rot="-9050373">
            <a:off x="1903228" y="1275735"/>
            <a:ext cx="82178" cy="0"/>
          </a:xfrm>
          <a:prstGeom prst="line">
            <a:avLst/>
          </a:prstGeom>
          <a:noFill/>
          <a:ln w="132443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4" name="Shape 132"/>
          <p:cNvSpPr/>
          <p:nvPr/>
        </p:nvSpPr>
        <p:spPr>
          <a:xfrm rot="-9095658">
            <a:off x="1831466" y="1235693"/>
            <a:ext cx="80221" cy="0"/>
          </a:xfrm>
          <a:prstGeom prst="line">
            <a:avLst/>
          </a:prstGeom>
          <a:noFill/>
          <a:ln w="126698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5" name="Shape 133"/>
          <p:cNvSpPr/>
          <p:nvPr/>
        </p:nvSpPr>
        <p:spPr>
          <a:xfrm rot="-9142719">
            <a:off x="1760903" y="1197531"/>
            <a:ext cx="78172" cy="0"/>
          </a:xfrm>
          <a:prstGeom prst="line">
            <a:avLst/>
          </a:prstGeom>
          <a:noFill/>
          <a:ln w="120952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6" name="Shape 134"/>
          <p:cNvSpPr/>
          <p:nvPr/>
        </p:nvSpPr>
        <p:spPr>
          <a:xfrm rot="-9216079">
            <a:off x="1691640" y="1161288"/>
            <a:ext cx="74271" cy="0"/>
          </a:xfrm>
          <a:prstGeom prst="line">
            <a:avLst/>
          </a:prstGeom>
          <a:noFill/>
          <a:ln w="109462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7" name="Shape 135"/>
          <p:cNvSpPr/>
          <p:nvPr/>
        </p:nvSpPr>
        <p:spPr>
          <a:xfrm rot="-9242672">
            <a:off x="1625114" y="1128266"/>
            <a:ext cx="69818" cy="0"/>
          </a:xfrm>
          <a:prstGeom prst="line">
            <a:avLst/>
          </a:prstGeom>
          <a:noFill/>
          <a:ln w="103717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8" name="Shape 136"/>
          <p:cNvSpPr/>
          <p:nvPr/>
        </p:nvSpPr>
        <p:spPr>
          <a:xfrm rot="-9279850">
            <a:off x="1562338" y="1097709"/>
            <a:ext cx="65900" cy="0"/>
          </a:xfrm>
          <a:prstGeom prst="line">
            <a:avLst/>
          </a:prstGeom>
          <a:noFill/>
          <a:ln w="97971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9" name="Shape 137"/>
          <p:cNvSpPr/>
          <p:nvPr/>
        </p:nvSpPr>
        <p:spPr>
          <a:xfrm rot="-9328649">
            <a:off x="1502777" y="1069509"/>
            <a:ext cx="62522" cy="0"/>
          </a:xfrm>
          <a:prstGeom prst="line">
            <a:avLst/>
          </a:prstGeom>
          <a:noFill/>
          <a:ln w="92226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0" name="Shape 138"/>
          <p:cNvSpPr/>
          <p:nvPr/>
        </p:nvSpPr>
        <p:spPr>
          <a:xfrm rot="-9389717">
            <a:off x="1445895" y="1043559"/>
            <a:ext cx="59692" cy="0"/>
          </a:xfrm>
          <a:prstGeom prst="line">
            <a:avLst/>
          </a:prstGeom>
          <a:noFill/>
          <a:ln w="86481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1" name="Shape 139"/>
          <p:cNvSpPr/>
          <p:nvPr/>
        </p:nvSpPr>
        <p:spPr>
          <a:xfrm rot="-9463124">
            <a:off x="1391156" y="1019752"/>
            <a:ext cx="57419" cy="0"/>
          </a:xfrm>
          <a:prstGeom prst="line">
            <a:avLst/>
          </a:prstGeom>
          <a:noFill/>
          <a:ln w="80736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2" name="Shape 140"/>
          <p:cNvSpPr/>
          <p:nvPr/>
        </p:nvSpPr>
        <p:spPr>
          <a:xfrm rot="-9548193">
            <a:off x="1338024" y="997982"/>
            <a:ext cx="55713" cy="0"/>
          </a:xfrm>
          <a:prstGeom prst="line">
            <a:avLst/>
          </a:prstGeom>
          <a:noFill/>
          <a:ln w="74990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3" name="Shape 141"/>
          <p:cNvSpPr/>
          <p:nvPr/>
        </p:nvSpPr>
        <p:spPr>
          <a:xfrm rot="-9643393">
            <a:off x="1285964" y="978140"/>
            <a:ext cx="54585" cy="0"/>
          </a:xfrm>
          <a:prstGeom prst="line">
            <a:avLst/>
          </a:prstGeom>
          <a:noFill/>
          <a:ln w="69245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4" name="Shape 142"/>
          <p:cNvSpPr/>
          <p:nvPr/>
        </p:nvSpPr>
        <p:spPr>
          <a:xfrm rot="-9668352">
            <a:off x="2743200" y="1828800"/>
            <a:ext cx="118660" cy="0"/>
          </a:xfrm>
          <a:prstGeom prst="line">
            <a:avLst/>
          </a:prstGeom>
          <a:noFill/>
          <a:ln w="177800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5" name="Shape 143"/>
          <p:cNvSpPr/>
          <p:nvPr/>
        </p:nvSpPr>
        <p:spPr>
          <a:xfrm rot="-9863414">
            <a:off x="2630912" y="1790441"/>
            <a:ext cx="121146" cy="0"/>
          </a:xfrm>
          <a:prstGeom prst="line">
            <a:avLst/>
          </a:prstGeom>
          <a:noFill/>
          <a:ln w="171116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6" name="Shape 144"/>
          <p:cNvSpPr/>
          <p:nvPr/>
        </p:nvSpPr>
        <p:spPr>
          <a:xfrm rot="-10050908">
            <a:off x="2514234" y="1757843"/>
            <a:ext cx="122875" cy="0"/>
          </a:xfrm>
          <a:prstGeom prst="line">
            <a:avLst/>
          </a:prstGeom>
          <a:noFill/>
          <a:ln w="164432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7" name="Shape 145"/>
          <p:cNvSpPr/>
          <p:nvPr/>
        </p:nvSpPr>
        <p:spPr>
          <a:xfrm rot="-10235182">
            <a:off x="2394265" y="1731279"/>
            <a:ext cx="123831" cy="0"/>
          </a:xfrm>
          <a:prstGeom prst="line">
            <a:avLst/>
          </a:prstGeom>
          <a:noFill/>
          <a:ln w="157747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8" name="Shape 146"/>
          <p:cNvSpPr/>
          <p:nvPr/>
        </p:nvSpPr>
        <p:spPr>
          <a:xfrm rot="-10420288">
            <a:off x="2272101" y="1711025"/>
            <a:ext cx="124017" cy="0"/>
          </a:xfrm>
          <a:prstGeom prst="line">
            <a:avLst/>
          </a:prstGeom>
          <a:noFill/>
          <a:ln w="151063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9" name="Shape 147"/>
          <p:cNvSpPr/>
          <p:nvPr/>
        </p:nvSpPr>
        <p:spPr>
          <a:xfrm rot="-10610199">
            <a:off x="2148840" y="1697355"/>
            <a:ext cx="123449" cy="0"/>
          </a:xfrm>
          <a:prstGeom prst="line">
            <a:avLst/>
          </a:prstGeom>
          <a:noFill/>
          <a:ln w="144379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0" name="Shape 148"/>
          <p:cNvSpPr/>
          <p:nvPr/>
        </p:nvSpPr>
        <p:spPr>
          <a:xfrm rot="10790994">
            <a:off x="2025579" y="1690543"/>
            <a:ext cx="122164" cy="0"/>
          </a:xfrm>
          <a:prstGeom prst="line">
            <a:avLst/>
          </a:prstGeom>
          <a:noFill/>
          <a:ln w="137695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1" name="Shape 149"/>
          <p:cNvSpPr/>
          <p:nvPr/>
        </p:nvSpPr>
        <p:spPr>
          <a:xfrm rot="10578896">
            <a:off x="1903415" y="1690863"/>
            <a:ext cx="120218" cy="0"/>
          </a:xfrm>
          <a:prstGeom prst="line">
            <a:avLst/>
          </a:prstGeom>
          <a:noFill/>
          <a:ln w="131011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2" name="Shape 150"/>
          <p:cNvSpPr/>
          <p:nvPr/>
        </p:nvSpPr>
        <p:spPr>
          <a:xfrm rot="10348646">
            <a:off x="1783446" y="1698589"/>
            <a:ext cx="117690" cy="0"/>
          </a:xfrm>
          <a:prstGeom prst="line">
            <a:avLst/>
          </a:prstGeom>
          <a:noFill/>
          <a:ln w="124326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3" name="Shape 151"/>
          <p:cNvSpPr/>
          <p:nvPr/>
        </p:nvSpPr>
        <p:spPr>
          <a:xfrm rot="10094797">
            <a:off x="1666768" y="1713997"/>
            <a:ext cx="114693" cy="0"/>
          </a:xfrm>
          <a:prstGeom prst="line">
            <a:avLst/>
          </a:prstGeom>
          <a:noFill/>
          <a:ln w="117642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4" name="Shape 152"/>
          <p:cNvSpPr/>
          <p:nvPr/>
        </p:nvSpPr>
        <p:spPr>
          <a:xfrm rot="9998952">
            <a:off x="1554480" y="1737360"/>
            <a:ext cx="105727" cy="0"/>
          </a:xfrm>
          <a:prstGeom prst="line">
            <a:avLst/>
          </a:prstGeom>
          <a:noFill/>
          <a:ln w="104274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5" name="Shape 153"/>
          <p:cNvSpPr/>
          <p:nvPr/>
        </p:nvSpPr>
        <p:spPr>
          <a:xfrm rot="9975261">
            <a:off x="1451610" y="1761774"/>
            <a:ext cx="105903" cy="0"/>
          </a:xfrm>
          <a:prstGeom prst="line">
            <a:avLst/>
          </a:prstGeom>
          <a:noFill/>
          <a:ln w="97589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6" name="Shape 154"/>
          <p:cNvSpPr/>
          <p:nvPr/>
        </p:nvSpPr>
        <p:spPr>
          <a:xfrm rot="9955017">
            <a:off x="1348740" y="1786938"/>
            <a:ext cx="106058" cy="0"/>
          </a:xfrm>
          <a:prstGeom prst="line">
            <a:avLst/>
          </a:prstGeom>
          <a:noFill/>
          <a:ln w="90905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7" name="Shape 155"/>
          <p:cNvSpPr/>
          <p:nvPr/>
        </p:nvSpPr>
        <p:spPr>
          <a:xfrm rot="9938193">
            <a:off x="1245870" y="1812744"/>
            <a:ext cx="106189" cy="0"/>
          </a:xfrm>
          <a:prstGeom prst="line">
            <a:avLst/>
          </a:prstGeom>
          <a:noFill/>
          <a:ln w="84221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8" name="Shape 156"/>
          <p:cNvSpPr/>
          <p:nvPr/>
        </p:nvSpPr>
        <p:spPr>
          <a:xfrm rot="9924764">
            <a:off x="1143000" y="1839087"/>
            <a:ext cx="106296" cy="0"/>
          </a:xfrm>
          <a:prstGeom prst="line">
            <a:avLst/>
          </a:prstGeom>
          <a:noFill/>
          <a:ln w="77537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9" name="Shape 157"/>
          <p:cNvSpPr/>
          <p:nvPr/>
        </p:nvSpPr>
        <p:spPr>
          <a:xfrm rot="9914711">
            <a:off x="1040130" y="1865858"/>
            <a:ext cx="106378" cy="0"/>
          </a:xfrm>
          <a:prstGeom prst="line">
            <a:avLst/>
          </a:prstGeom>
          <a:noFill/>
          <a:ln w="70853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0" name="Shape 158"/>
          <p:cNvSpPr/>
          <p:nvPr/>
        </p:nvSpPr>
        <p:spPr>
          <a:xfrm rot="9908017">
            <a:off x="937260" y="1892951"/>
            <a:ext cx="106433" cy="0"/>
          </a:xfrm>
          <a:prstGeom prst="line">
            <a:avLst/>
          </a:prstGeom>
          <a:noFill/>
          <a:ln w="64168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1" name="Shape 159"/>
          <p:cNvSpPr/>
          <p:nvPr/>
        </p:nvSpPr>
        <p:spPr>
          <a:xfrm rot="9904672">
            <a:off x="834390" y="1920258"/>
            <a:ext cx="106460" cy="0"/>
          </a:xfrm>
          <a:prstGeom prst="line">
            <a:avLst/>
          </a:prstGeom>
          <a:noFill/>
          <a:ln w="57484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2" name="Shape 160"/>
          <p:cNvSpPr/>
          <p:nvPr/>
        </p:nvSpPr>
        <p:spPr>
          <a:xfrm rot="-1863843">
            <a:off x="2377440" y="1554480"/>
            <a:ext cx="108880" cy="0"/>
          </a:xfrm>
          <a:prstGeom prst="line">
            <a:avLst/>
          </a:prstGeom>
          <a:noFill/>
          <a:ln w="177800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3" name="Shape 161"/>
          <p:cNvSpPr/>
          <p:nvPr/>
        </p:nvSpPr>
        <p:spPr>
          <a:xfrm rot="-1757251">
            <a:off x="2470706" y="1498298"/>
            <a:ext cx="110757" cy="0"/>
          </a:xfrm>
          <a:prstGeom prst="line">
            <a:avLst/>
          </a:prstGeom>
          <a:noFill/>
          <a:ln w="172357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4" name="Shape 162"/>
          <p:cNvSpPr/>
          <p:nvPr/>
        </p:nvSpPr>
        <p:spPr>
          <a:xfrm rot="-1658471">
            <a:off x="2567305" y="1444117"/>
            <a:ext cx="112270" cy="0"/>
          </a:xfrm>
          <a:prstGeom prst="line">
            <a:avLst/>
          </a:prstGeom>
          <a:noFill/>
          <a:ln w="166914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5" name="Shape 163"/>
          <p:cNvSpPr/>
          <p:nvPr/>
        </p:nvSpPr>
        <p:spPr>
          <a:xfrm rot="-1566140">
            <a:off x="2666762" y="1392031"/>
            <a:ext cx="113404" cy="0"/>
          </a:xfrm>
          <a:prstGeom prst="line">
            <a:avLst/>
          </a:prstGeom>
          <a:noFill/>
          <a:ln w="161471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6" name="Shape 164"/>
          <p:cNvSpPr/>
          <p:nvPr/>
        </p:nvSpPr>
        <p:spPr>
          <a:xfrm rot="-1479062">
            <a:off x="2768600" y="1342136"/>
            <a:ext cx="114146" cy="0"/>
          </a:xfrm>
          <a:prstGeom prst="line">
            <a:avLst/>
          </a:prstGeom>
          <a:noFill/>
          <a:ln w="156029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7" name="Shape 165"/>
          <p:cNvSpPr/>
          <p:nvPr/>
        </p:nvSpPr>
        <p:spPr>
          <a:xfrm rot="-1396172">
            <a:off x="2872343" y="1294527"/>
            <a:ext cx="114484" cy="0"/>
          </a:xfrm>
          <a:prstGeom prst="line">
            <a:avLst/>
          </a:prstGeom>
          <a:noFill/>
          <a:ln w="150586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8" name="Shape 166"/>
          <p:cNvSpPr/>
          <p:nvPr/>
        </p:nvSpPr>
        <p:spPr>
          <a:xfrm rot="-1316499">
            <a:off x="2977515" y="1249299"/>
            <a:ext cx="114412" cy="0"/>
          </a:xfrm>
          <a:prstGeom prst="line">
            <a:avLst/>
          </a:prstGeom>
          <a:noFill/>
          <a:ln w="145143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9" name="Shape 167"/>
          <p:cNvSpPr/>
          <p:nvPr/>
        </p:nvSpPr>
        <p:spPr>
          <a:xfrm rot="-1239138">
            <a:off x="3083639" y="1206548"/>
            <a:ext cx="113921" cy="0"/>
          </a:xfrm>
          <a:prstGeom prst="line">
            <a:avLst/>
          </a:prstGeom>
          <a:noFill/>
          <a:ln w="139700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0" name="Shape 168"/>
          <p:cNvSpPr/>
          <p:nvPr/>
        </p:nvSpPr>
        <p:spPr>
          <a:xfrm rot="-1163214">
            <a:off x="3190240" y="1166368"/>
            <a:ext cx="113008" cy="0"/>
          </a:xfrm>
          <a:prstGeom prst="line">
            <a:avLst/>
          </a:prstGeom>
          <a:noFill/>
          <a:ln w="134257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1" name="Shape 169"/>
          <p:cNvSpPr/>
          <p:nvPr/>
        </p:nvSpPr>
        <p:spPr>
          <a:xfrm rot="-1087861">
            <a:off x="3296841" y="1128855"/>
            <a:ext cx="111669" cy="0"/>
          </a:xfrm>
          <a:prstGeom prst="line">
            <a:avLst/>
          </a:prstGeom>
          <a:noFill/>
          <a:ln w="128814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2" name="Shape 170"/>
          <p:cNvSpPr/>
          <p:nvPr/>
        </p:nvSpPr>
        <p:spPr>
          <a:xfrm rot="-1012181">
            <a:off x="3402965" y="1094105"/>
            <a:ext cx="109901" cy="0"/>
          </a:xfrm>
          <a:prstGeom prst="line">
            <a:avLst/>
          </a:prstGeom>
          <a:noFill/>
          <a:ln w="123371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3" name="Shape 171"/>
          <p:cNvSpPr/>
          <p:nvPr/>
        </p:nvSpPr>
        <p:spPr>
          <a:xfrm rot="-935217">
            <a:off x="3508137" y="1062212"/>
            <a:ext cx="107704" cy="0"/>
          </a:xfrm>
          <a:prstGeom prst="line">
            <a:avLst/>
          </a:prstGeom>
          <a:noFill/>
          <a:ln w="117929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4" name="Shape 172"/>
          <p:cNvSpPr/>
          <p:nvPr/>
        </p:nvSpPr>
        <p:spPr>
          <a:xfrm rot="-773136">
            <a:off x="3611880" y="1033272"/>
            <a:ext cx="121008" cy="0"/>
          </a:xfrm>
          <a:prstGeom prst="line">
            <a:avLst/>
          </a:prstGeom>
          <a:noFill/>
          <a:ln w="107043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5" name="Shape 173"/>
          <p:cNvSpPr/>
          <p:nvPr/>
        </p:nvSpPr>
        <p:spPr>
          <a:xfrm rot="-770091">
            <a:off x="3729841" y="1006286"/>
            <a:ext cx="117137" cy="0"/>
          </a:xfrm>
          <a:prstGeom prst="line">
            <a:avLst/>
          </a:prstGeom>
          <a:noFill/>
          <a:ln w="101600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6" name="Shape 174"/>
          <p:cNvSpPr/>
          <p:nvPr/>
        </p:nvSpPr>
        <p:spPr>
          <a:xfrm rot="-760099">
            <a:off x="3844052" y="980265"/>
            <a:ext cx="113766" cy="0"/>
          </a:xfrm>
          <a:prstGeom prst="line">
            <a:avLst/>
          </a:prstGeom>
          <a:noFill/>
          <a:ln w="96157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7" name="Shape 175"/>
          <p:cNvSpPr/>
          <p:nvPr/>
        </p:nvSpPr>
        <p:spPr>
          <a:xfrm rot="-742661">
            <a:off x="3955048" y="955316"/>
            <a:ext cx="110895" cy="0"/>
          </a:xfrm>
          <a:prstGeom prst="line">
            <a:avLst/>
          </a:prstGeom>
          <a:noFill/>
          <a:ln w="90714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8" name="Shape 176"/>
          <p:cNvSpPr/>
          <p:nvPr/>
        </p:nvSpPr>
        <p:spPr>
          <a:xfrm rot="-717428">
            <a:off x="4063365" y="931545"/>
            <a:ext cx="108529" cy="0"/>
          </a:xfrm>
          <a:prstGeom prst="line">
            <a:avLst/>
          </a:prstGeom>
          <a:noFill/>
          <a:ln w="85271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9" name="Shape 177"/>
          <p:cNvSpPr/>
          <p:nvPr/>
        </p:nvSpPr>
        <p:spPr>
          <a:xfrm rot="-684240">
            <a:off x="4169539" y="909060"/>
            <a:ext cx="106673" cy="0"/>
          </a:xfrm>
          <a:prstGeom prst="line">
            <a:avLst/>
          </a:prstGeom>
          <a:noFill/>
          <a:ln w="79829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0" name="Shape 178"/>
          <p:cNvSpPr/>
          <p:nvPr/>
        </p:nvSpPr>
        <p:spPr>
          <a:xfrm rot="-643159">
            <a:off x="4274106" y="887968"/>
            <a:ext cx="105333" cy="0"/>
          </a:xfrm>
          <a:prstGeom prst="line">
            <a:avLst/>
          </a:prstGeom>
          <a:noFill/>
          <a:ln w="74386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1" name="Shape 179"/>
          <p:cNvSpPr/>
          <p:nvPr/>
        </p:nvSpPr>
        <p:spPr>
          <a:xfrm rot="-594490">
            <a:off x="4377601" y="868376"/>
            <a:ext cx="104518" cy="0"/>
          </a:xfrm>
          <a:prstGeom prst="line">
            <a:avLst/>
          </a:prstGeom>
          <a:noFill/>
          <a:ln w="68943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2" name="Shape 180"/>
          <p:cNvSpPr/>
          <p:nvPr/>
        </p:nvSpPr>
        <p:spPr>
          <a:xfrm rot="-1231604">
            <a:off x="3108960" y="2148840"/>
            <a:ext cx="117167" cy="0"/>
          </a:xfrm>
          <a:prstGeom prst="line">
            <a:avLst/>
          </a:prstGeom>
          <a:noFill/>
          <a:ln w="203200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3" name="Shape 181"/>
          <p:cNvSpPr/>
          <p:nvPr/>
        </p:nvSpPr>
        <p:spPr>
          <a:xfrm rot="-1221039">
            <a:off x="3218688" y="2107756"/>
            <a:ext cx="117033" cy="0"/>
          </a:xfrm>
          <a:prstGeom prst="line">
            <a:avLst/>
          </a:prstGeom>
          <a:noFill/>
          <a:ln w="189230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4" name="Shape 182"/>
          <p:cNvSpPr/>
          <p:nvPr/>
        </p:nvSpPr>
        <p:spPr>
          <a:xfrm rot="-1199837">
            <a:off x="3328416" y="2067056"/>
            <a:ext cx="116768" cy="0"/>
          </a:xfrm>
          <a:prstGeom prst="line">
            <a:avLst/>
          </a:prstGeom>
          <a:noFill/>
          <a:ln w="175260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5" name="Shape 183"/>
          <p:cNvSpPr/>
          <p:nvPr/>
        </p:nvSpPr>
        <p:spPr>
          <a:xfrm rot="-1167855">
            <a:off x="3438144" y="2027124"/>
            <a:ext cx="116379" cy="0"/>
          </a:xfrm>
          <a:prstGeom prst="line">
            <a:avLst/>
          </a:prstGeom>
          <a:noFill/>
          <a:ln w="161290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6" name="Shape 184"/>
          <p:cNvSpPr/>
          <p:nvPr/>
        </p:nvSpPr>
        <p:spPr>
          <a:xfrm rot="-1124884">
            <a:off x="3547872" y="1988345"/>
            <a:ext cx="115876" cy="0"/>
          </a:xfrm>
          <a:prstGeom prst="line">
            <a:avLst/>
          </a:prstGeom>
          <a:noFill/>
          <a:ln w="147320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7" name="Shape 185"/>
          <p:cNvSpPr/>
          <p:nvPr/>
        </p:nvSpPr>
        <p:spPr>
          <a:xfrm rot="-1070654">
            <a:off x="3657600" y="1951101"/>
            <a:ext cx="115273" cy="0"/>
          </a:xfrm>
          <a:prstGeom prst="line">
            <a:avLst/>
          </a:prstGeom>
          <a:noFill/>
          <a:ln w="133350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8" name="Shape 186"/>
          <p:cNvSpPr/>
          <p:nvPr/>
        </p:nvSpPr>
        <p:spPr>
          <a:xfrm rot="-1004845">
            <a:off x="3767328" y="1915778"/>
            <a:ext cx="114588" cy="0"/>
          </a:xfrm>
          <a:prstGeom prst="line">
            <a:avLst/>
          </a:prstGeom>
          <a:noFill/>
          <a:ln w="119380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9" name="Shape 187"/>
          <p:cNvSpPr/>
          <p:nvPr/>
        </p:nvSpPr>
        <p:spPr>
          <a:xfrm rot="-927101">
            <a:off x="3877056" y="1882759"/>
            <a:ext cx="113843" cy="0"/>
          </a:xfrm>
          <a:prstGeom prst="line">
            <a:avLst/>
          </a:prstGeom>
          <a:noFill/>
          <a:ln w="105410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0" name="Shape 188"/>
          <p:cNvSpPr/>
          <p:nvPr/>
        </p:nvSpPr>
        <p:spPr>
          <a:xfrm rot="-837050">
            <a:off x="3986784" y="1852428"/>
            <a:ext cx="113063" cy="0"/>
          </a:xfrm>
          <a:prstGeom prst="line">
            <a:avLst/>
          </a:prstGeom>
          <a:noFill/>
          <a:ln w="91440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1" name="Shape 189"/>
          <p:cNvSpPr/>
          <p:nvPr/>
        </p:nvSpPr>
        <p:spPr>
          <a:xfrm rot="-734328">
            <a:off x="4096512" y="1825170"/>
            <a:ext cx="112280" cy="0"/>
          </a:xfrm>
          <a:prstGeom prst="line">
            <a:avLst/>
          </a:prstGeom>
          <a:noFill/>
          <a:ln w="77470">
            <a:solidFill>
              <a:srgbClr val="27AE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2" name="Shape 190"/>
          <p:cNvSpPr/>
          <p:nvPr/>
        </p:nvSpPr>
        <p:spPr>
          <a:xfrm>
            <a:off x="1463040" y="1024128"/>
            <a:ext cx="768096" cy="640080"/>
          </a:xfrm>
          <a:prstGeom prst="ellipse">
            <a:avLst/>
          </a:prstGeom>
          <a:solidFill>
            <a:srgbClr val="FCF3CF">
              <a:alpha val="60000"/>
            </a:srgbClr>
          </a:solidFill>
          <a:ln w="10160">
            <a:solidFill>
              <a:srgbClr val="7F8C8D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3" name="Text 191"/>
          <p:cNvSpPr/>
          <p:nvPr/>
        </p:nvSpPr>
        <p:spPr>
          <a:xfrm>
            <a:off x="1527048" y="1682496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</a:t>
            </a:r>
            <a:endParaRPr lang="en-US" sz="650" dirty="0"/>
          </a:p>
        </p:txBody>
      </p:sp>
      <p:sp>
        <p:nvSpPr>
          <p:cNvPr id="194" name="Shape 192"/>
          <p:cNvSpPr/>
          <p:nvPr/>
        </p:nvSpPr>
        <p:spPr>
          <a:xfrm rot="-5865498">
            <a:off x="7680960" y="2971800"/>
            <a:ext cx="71275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5" name="Shape 193"/>
          <p:cNvSpPr/>
          <p:nvPr/>
        </p:nvSpPr>
        <p:spPr>
          <a:xfrm rot="-5933769">
            <a:off x="7671338" y="2901177"/>
            <a:ext cx="75211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6" name="Shape 194"/>
          <p:cNvSpPr/>
          <p:nvPr/>
        </p:nvSpPr>
        <p:spPr>
          <a:xfrm rot="-5993999">
            <a:off x="7659707" y="2826871"/>
            <a:ext cx="78557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7" name="Shape 195"/>
          <p:cNvSpPr/>
          <p:nvPr/>
        </p:nvSpPr>
        <p:spPr>
          <a:xfrm rot="-6048515">
            <a:off x="7646201" y="2749484"/>
            <a:ext cx="81307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8" name="Shape 196"/>
          <p:cNvSpPr/>
          <p:nvPr/>
        </p:nvSpPr>
        <p:spPr>
          <a:xfrm rot="-6099064">
            <a:off x="7630954" y="2669619"/>
            <a:ext cx="83460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9" name="Shape 197"/>
          <p:cNvSpPr/>
          <p:nvPr/>
        </p:nvSpPr>
        <p:spPr>
          <a:xfrm rot="-6147028">
            <a:off x="7614099" y="2587879"/>
            <a:ext cx="85012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0" name="Shape 198"/>
          <p:cNvSpPr/>
          <p:nvPr/>
        </p:nvSpPr>
        <p:spPr>
          <a:xfrm rot="-6193562">
            <a:off x="7595771" y="2504867"/>
            <a:ext cx="85962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1" name="Shape 199"/>
          <p:cNvSpPr/>
          <p:nvPr/>
        </p:nvSpPr>
        <p:spPr>
          <a:xfrm rot="-6239695">
            <a:off x="7576103" y="2421184"/>
            <a:ext cx="86311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2" name="Shape 200"/>
          <p:cNvSpPr/>
          <p:nvPr/>
        </p:nvSpPr>
        <p:spPr>
          <a:xfrm rot="-6286407">
            <a:off x="7555230" y="2337435"/>
            <a:ext cx="86058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3" name="Shape 201"/>
          <p:cNvSpPr/>
          <p:nvPr/>
        </p:nvSpPr>
        <p:spPr>
          <a:xfrm rot="-6334701">
            <a:off x="7533285" y="2254221"/>
            <a:ext cx="85205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4" name="Shape 202"/>
          <p:cNvSpPr/>
          <p:nvPr/>
        </p:nvSpPr>
        <p:spPr>
          <a:xfrm rot="-6385674">
            <a:off x="7510403" y="2172146"/>
            <a:ext cx="83753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5" name="Shape 203"/>
          <p:cNvSpPr/>
          <p:nvPr/>
        </p:nvSpPr>
        <p:spPr>
          <a:xfrm rot="-6440597">
            <a:off x="7486717" y="2091813"/>
            <a:ext cx="81704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6" name="Shape 204"/>
          <p:cNvSpPr/>
          <p:nvPr/>
        </p:nvSpPr>
        <p:spPr>
          <a:xfrm rot="-6501032">
            <a:off x="7462361" y="2013823"/>
            <a:ext cx="79063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7" name="Shape 205"/>
          <p:cNvSpPr/>
          <p:nvPr/>
        </p:nvSpPr>
        <p:spPr>
          <a:xfrm rot="-6568984">
            <a:off x="7437470" y="1938780"/>
            <a:ext cx="75836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8" name="Shape 206"/>
          <p:cNvSpPr/>
          <p:nvPr/>
        </p:nvSpPr>
        <p:spPr>
          <a:xfrm rot="-6647143">
            <a:off x="7412176" y="1867287"/>
            <a:ext cx="72029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9" name="Shape 207"/>
          <p:cNvSpPr/>
          <p:nvPr/>
        </p:nvSpPr>
        <p:spPr>
          <a:xfrm rot="-6739260">
            <a:off x="7386615" y="1799946"/>
            <a:ext cx="67655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0" name="Shape 208"/>
          <p:cNvSpPr/>
          <p:nvPr/>
        </p:nvSpPr>
        <p:spPr>
          <a:xfrm rot="-6832880">
            <a:off x="7360920" y="1737360"/>
            <a:ext cx="84961" cy="0"/>
          </a:xfrm>
          <a:prstGeom prst="line">
            <a:avLst/>
          </a:prstGeom>
          <a:noFill/>
          <a:ln w="508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1" name="Shape 209"/>
          <p:cNvSpPr/>
          <p:nvPr/>
        </p:nvSpPr>
        <p:spPr>
          <a:xfrm rot="-6926171">
            <a:off x="7326524" y="1659673"/>
            <a:ext cx="81561" cy="0"/>
          </a:xfrm>
          <a:prstGeom prst="line">
            <a:avLst/>
          </a:prstGeom>
          <a:noFill/>
          <a:ln w="508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2" name="Shape 210"/>
          <p:cNvSpPr/>
          <p:nvPr/>
        </p:nvSpPr>
        <p:spPr>
          <a:xfrm rot="-7033794">
            <a:off x="7291493" y="1586018"/>
            <a:ext cx="79335" cy="0"/>
          </a:xfrm>
          <a:prstGeom prst="line">
            <a:avLst/>
          </a:prstGeom>
          <a:noFill/>
          <a:ln w="508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3" name="Shape 211"/>
          <p:cNvSpPr/>
          <p:nvPr/>
        </p:nvSpPr>
        <p:spPr>
          <a:xfrm rot="-7152189">
            <a:off x="7255193" y="1515475"/>
            <a:ext cx="78305" cy="0"/>
          </a:xfrm>
          <a:prstGeom prst="line">
            <a:avLst/>
          </a:prstGeom>
          <a:noFill/>
          <a:ln w="508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4" name="Shape 212"/>
          <p:cNvSpPr/>
          <p:nvPr/>
        </p:nvSpPr>
        <p:spPr>
          <a:xfrm rot="-7276468">
            <a:off x="7216987" y="1447123"/>
            <a:ext cx="78487" cy="0"/>
          </a:xfrm>
          <a:prstGeom prst="line">
            <a:avLst/>
          </a:prstGeom>
          <a:noFill/>
          <a:ln w="508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5" name="Shape 213"/>
          <p:cNvSpPr/>
          <p:nvPr/>
        </p:nvSpPr>
        <p:spPr>
          <a:xfrm rot="-7401068">
            <a:off x="7176241" y="1380040"/>
            <a:ext cx="79890" cy="0"/>
          </a:xfrm>
          <a:prstGeom prst="line">
            <a:avLst/>
          </a:prstGeom>
          <a:noFill/>
          <a:ln w="508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6" name="Shape 214"/>
          <p:cNvSpPr/>
          <p:nvPr/>
        </p:nvSpPr>
        <p:spPr>
          <a:xfrm rot="-7520599">
            <a:off x="7132320" y="1313307"/>
            <a:ext cx="82512" cy="0"/>
          </a:xfrm>
          <a:prstGeom prst="line">
            <a:avLst/>
          </a:prstGeom>
          <a:noFill/>
          <a:ln w="508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7" name="Shape 215"/>
          <p:cNvSpPr/>
          <p:nvPr/>
        </p:nvSpPr>
        <p:spPr>
          <a:xfrm rot="-7630608">
            <a:off x="7084589" y="1246002"/>
            <a:ext cx="86344" cy="0"/>
          </a:xfrm>
          <a:prstGeom prst="line">
            <a:avLst/>
          </a:prstGeom>
          <a:noFill/>
          <a:ln w="508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8" name="Shape 216"/>
          <p:cNvSpPr/>
          <p:nvPr/>
        </p:nvSpPr>
        <p:spPr>
          <a:xfrm rot="-7728046">
            <a:off x="7032413" y="1177205"/>
            <a:ext cx="91373" cy="0"/>
          </a:xfrm>
          <a:prstGeom prst="line">
            <a:avLst/>
          </a:prstGeom>
          <a:noFill/>
          <a:ln w="508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9" name="Shape 217"/>
          <p:cNvSpPr/>
          <p:nvPr/>
        </p:nvSpPr>
        <p:spPr>
          <a:xfrm rot="-7811368">
            <a:off x="6975158" y="1105995"/>
            <a:ext cx="97581" cy="0"/>
          </a:xfrm>
          <a:prstGeom prst="line">
            <a:avLst/>
          </a:prstGeom>
          <a:noFill/>
          <a:ln w="508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0" name="Shape 218"/>
          <p:cNvSpPr/>
          <p:nvPr/>
        </p:nvSpPr>
        <p:spPr>
          <a:xfrm rot="-7880336">
            <a:off x="6912187" y="1031452"/>
            <a:ext cx="104950" cy="0"/>
          </a:xfrm>
          <a:prstGeom prst="line">
            <a:avLst/>
          </a:prstGeom>
          <a:noFill/>
          <a:ln w="508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1" name="Shape 219"/>
          <p:cNvSpPr/>
          <p:nvPr/>
        </p:nvSpPr>
        <p:spPr>
          <a:xfrm rot="-7935666">
            <a:off x="6842866" y="952653"/>
            <a:ext cx="113464" cy="0"/>
          </a:xfrm>
          <a:prstGeom prst="line">
            <a:avLst/>
          </a:prstGeom>
          <a:noFill/>
          <a:ln w="508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2" name="Shape 220"/>
          <p:cNvSpPr/>
          <p:nvPr/>
        </p:nvSpPr>
        <p:spPr>
          <a:xfrm rot="-9005476">
            <a:off x="6766560" y="868680"/>
            <a:ext cx="79014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3" name="Shape 221"/>
          <p:cNvSpPr/>
          <p:nvPr/>
        </p:nvSpPr>
        <p:spPr>
          <a:xfrm rot="-9134934">
            <a:off x="6698069" y="829282"/>
            <a:ext cx="76787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4" name="Shape 222"/>
          <p:cNvSpPr/>
          <p:nvPr/>
        </p:nvSpPr>
        <p:spPr>
          <a:xfrm rot="-9270204">
            <a:off x="6630114" y="793528"/>
            <a:ext cx="74100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5" name="Shape 223"/>
          <p:cNvSpPr/>
          <p:nvPr/>
        </p:nvSpPr>
        <p:spPr>
          <a:xfrm rot="-9414788">
            <a:off x="6563231" y="761631"/>
            <a:ext cx="70959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6" name="Shape 224"/>
          <p:cNvSpPr/>
          <p:nvPr/>
        </p:nvSpPr>
        <p:spPr>
          <a:xfrm rot="-9573143">
            <a:off x="6497955" y="733806"/>
            <a:ext cx="67378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7" name="Shape 225"/>
          <p:cNvSpPr/>
          <p:nvPr/>
        </p:nvSpPr>
        <p:spPr>
          <a:xfrm rot="-9751188">
            <a:off x="6434822" y="710267"/>
            <a:ext cx="63381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8" name="Shape 226"/>
          <p:cNvSpPr/>
          <p:nvPr/>
        </p:nvSpPr>
        <p:spPr>
          <a:xfrm rot="-9957068">
            <a:off x="6374368" y="691229"/>
            <a:ext cx="59004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9" name="Shape 227"/>
          <p:cNvSpPr/>
          <p:nvPr/>
        </p:nvSpPr>
        <p:spPr>
          <a:xfrm rot="-10202337">
            <a:off x="6317129" y="676906"/>
            <a:ext cx="54307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0" name="Shape 228"/>
          <p:cNvSpPr/>
          <p:nvPr/>
        </p:nvSpPr>
        <p:spPr>
          <a:xfrm rot="-6707609">
            <a:off x="9144000" y="2971800"/>
            <a:ext cx="74953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1" name="Shape 229"/>
          <p:cNvSpPr/>
          <p:nvPr/>
        </p:nvSpPr>
        <p:spPr>
          <a:xfrm rot="-6844873">
            <a:off x="9116173" y="2902204"/>
            <a:ext cx="78211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2" name="Shape 230"/>
          <p:cNvSpPr/>
          <p:nvPr/>
        </p:nvSpPr>
        <p:spPr>
          <a:xfrm rot="-6969597">
            <a:off x="9084260" y="2830800"/>
            <a:ext cx="81194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3" name="Shape 231"/>
          <p:cNvSpPr/>
          <p:nvPr/>
        </p:nvSpPr>
        <p:spPr>
          <a:xfrm rot="-7084538">
            <a:off x="9048464" y="2757923"/>
            <a:ext cx="83887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4" name="Shape 232"/>
          <p:cNvSpPr/>
          <p:nvPr/>
        </p:nvSpPr>
        <p:spPr>
          <a:xfrm rot="-7191920">
            <a:off x="9008983" y="2683907"/>
            <a:ext cx="86277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5" name="Shape 233"/>
          <p:cNvSpPr/>
          <p:nvPr/>
        </p:nvSpPr>
        <p:spPr>
          <a:xfrm rot="-7293577">
            <a:off x="8966020" y="2609087"/>
            <a:ext cx="88357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6" name="Shape 234"/>
          <p:cNvSpPr/>
          <p:nvPr/>
        </p:nvSpPr>
        <p:spPr>
          <a:xfrm rot="-7391053">
            <a:off x="8919776" y="2533799"/>
            <a:ext cx="90120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7" name="Shape 235"/>
          <p:cNvSpPr/>
          <p:nvPr/>
        </p:nvSpPr>
        <p:spPr>
          <a:xfrm rot="-7485685">
            <a:off x="8870450" y="2458376"/>
            <a:ext cx="91562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8" name="Shape 236"/>
          <p:cNvSpPr/>
          <p:nvPr/>
        </p:nvSpPr>
        <p:spPr>
          <a:xfrm rot="-7578658">
            <a:off x="8818245" y="2383155"/>
            <a:ext cx="92683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9" name="Shape 237"/>
          <p:cNvSpPr/>
          <p:nvPr/>
        </p:nvSpPr>
        <p:spPr>
          <a:xfrm rot="-7671059">
            <a:off x="8763361" y="2308469"/>
            <a:ext cx="93483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0" name="Shape 238"/>
          <p:cNvSpPr/>
          <p:nvPr/>
        </p:nvSpPr>
        <p:spPr>
          <a:xfrm rot="-7763916">
            <a:off x="8705999" y="2234654"/>
            <a:ext cx="93963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1" name="Shape 239"/>
          <p:cNvSpPr/>
          <p:nvPr/>
        </p:nvSpPr>
        <p:spPr>
          <a:xfrm rot="-7858231">
            <a:off x="8646360" y="2162045"/>
            <a:ext cx="94125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2" name="Shape 240"/>
          <p:cNvSpPr/>
          <p:nvPr/>
        </p:nvSpPr>
        <p:spPr>
          <a:xfrm rot="-7955016">
            <a:off x="8584644" y="2090976"/>
            <a:ext cx="93976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3" name="Shape 241"/>
          <p:cNvSpPr/>
          <p:nvPr/>
        </p:nvSpPr>
        <p:spPr>
          <a:xfrm rot="-8055319">
            <a:off x="8521054" y="2021782"/>
            <a:ext cx="93522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4" name="Shape 242"/>
          <p:cNvSpPr/>
          <p:nvPr/>
        </p:nvSpPr>
        <p:spPr>
          <a:xfrm rot="-8160254">
            <a:off x="8455789" y="1954798"/>
            <a:ext cx="92770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5" name="Shape 243"/>
          <p:cNvSpPr/>
          <p:nvPr/>
        </p:nvSpPr>
        <p:spPr>
          <a:xfrm rot="-8271035">
            <a:off x="8389051" y="1890359"/>
            <a:ext cx="91733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6" name="Shape 244"/>
          <p:cNvSpPr/>
          <p:nvPr/>
        </p:nvSpPr>
        <p:spPr>
          <a:xfrm rot="-8650841">
            <a:off x="8321040" y="1828800"/>
            <a:ext cx="135153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7" name="Shape 245"/>
          <p:cNvSpPr/>
          <p:nvPr/>
        </p:nvSpPr>
        <p:spPr>
          <a:xfrm rot="-8814863">
            <a:off x="8211449" y="1749704"/>
            <a:ext cx="129817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8" name="Shape 246"/>
          <p:cNvSpPr/>
          <p:nvPr/>
        </p:nvSpPr>
        <p:spPr>
          <a:xfrm rot="-9047395">
            <a:off x="8102681" y="1678838"/>
            <a:ext cx="122729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9" name="Shape 247"/>
          <p:cNvSpPr/>
          <p:nvPr/>
        </p:nvSpPr>
        <p:spPr>
          <a:xfrm rot="-9371459">
            <a:off x="7995559" y="1618945"/>
            <a:ext cx="114388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0" name="Shape 248"/>
          <p:cNvSpPr/>
          <p:nvPr/>
        </p:nvSpPr>
        <p:spPr>
          <a:xfrm rot="-9819567">
            <a:off x="7890906" y="1572768"/>
            <a:ext cx="105628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1" name="Shape 249"/>
          <p:cNvSpPr/>
          <p:nvPr/>
        </p:nvSpPr>
        <p:spPr>
          <a:xfrm rot="-10429703">
            <a:off x="7789545" y="1543050"/>
            <a:ext cx="97813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2" name="Shape 250"/>
          <p:cNvSpPr/>
          <p:nvPr/>
        </p:nvSpPr>
        <p:spPr>
          <a:xfrm rot="10376481">
            <a:off x="7692299" y="1532534"/>
            <a:ext cx="93014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3" name="Shape 251"/>
          <p:cNvSpPr/>
          <p:nvPr/>
        </p:nvSpPr>
        <p:spPr>
          <a:xfrm rot="9440874">
            <a:off x="7599990" y="1543964"/>
            <a:ext cx="93782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4" name="Shape 252"/>
          <p:cNvSpPr/>
          <p:nvPr/>
        </p:nvSpPr>
        <p:spPr>
          <a:xfrm rot="8491466">
            <a:off x="7513442" y="1580083"/>
            <a:ext cx="102142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5" name="Shape 253"/>
          <p:cNvSpPr/>
          <p:nvPr/>
        </p:nvSpPr>
        <p:spPr>
          <a:xfrm rot="7664707">
            <a:off x="7433478" y="1643634"/>
            <a:ext cx="118529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6" name="Shape 254"/>
          <p:cNvSpPr/>
          <p:nvPr/>
        </p:nvSpPr>
        <p:spPr>
          <a:xfrm rot="-1803979">
            <a:off x="7086600" y="1216152"/>
            <a:ext cx="48670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7" name="Shape 255"/>
          <p:cNvSpPr/>
          <p:nvPr/>
        </p:nvSpPr>
        <p:spPr>
          <a:xfrm rot="-1624683">
            <a:off x="7128722" y="1191768"/>
            <a:ext cx="40175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8" name="Shape 256"/>
          <p:cNvSpPr/>
          <p:nvPr/>
        </p:nvSpPr>
        <p:spPr>
          <a:xfrm rot="-1299901">
            <a:off x="7164493" y="1173480"/>
            <a:ext cx="33025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9" name="Shape 257"/>
          <p:cNvSpPr/>
          <p:nvPr/>
        </p:nvSpPr>
        <p:spPr>
          <a:xfrm rot="-766618">
            <a:off x="7195185" y="1161288"/>
            <a:ext cx="27564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0" name="Shape 258"/>
          <p:cNvSpPr/>
          <p:nvPr/>
        </p:nvSpPr>
        <p:spPr>
          <a:xfrm>
            <a:off x="7222067" y="1155192"/>
            <a:ext cx="24342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1" name="Shape 259"/>
          <p:cNvSpPr/>
          <p:nvPr/>
        </p:nvSpPr>
        <p:spPr>
          <a:xfrm rot="888028">
            <a:off x="7246408" y="1155192"/>
            <a:ext cx="23863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2" name="Shape 260"/>
          <p:cNvSpPr/>
          <p:nvPr/>
        </p:nvSpPr>
        <p:spPr>
          <a:xfrm rot="-9216079">
            <a:off x="7269480" y="1161288"/>
            <a:ext cx="74271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3" name="Shape 261"/>
          <p:cNvSpPr/>
          <p:nvPr/>
        </p:nvSpPr>
        <p:spPr>
          <a:xfrm rot="-9242672">
            <a:off x="7202954" y="1128266"/>
            <a:ext cx="69818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4" name="Shape 262"/>
          <p:cNvSpPr/>
          <p:nvPr/>
        </p:nvSpPr>
        <p:spPr>
          <a:xfrm rot="-9279850">
            <a:off x="7140178" y="1097709"/>
            <a:ext cx="65900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5" name="Shape 263"/>
          <p:cNvSpPr/>
          <p:nvPr/>
        </p:nvSpPr>
        <p:spPr>
          <a:xfrm rot="-9328649">
            <a:off x="7080617" y="1069509"/>
            <a:ext cx="62522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6" name="Shape 264"/>
          <p:cNvSpPr/>
          <p:nvPr/>
        </p:nvSpPr>
        <p:spPr>
          <a:xfrm rot="-9389717">
            <a:off x="7023735" y="1043559"/>
            <a:ext cx="59692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7" name="Shape 265"/>
          <p:cNvSpPr/>
          <p:nvPr/>
        </p:nvSpPr>
        <p:spPr>
          <a:xfrm rot="-9463124">
            <a:off x="6968996" y="1019752"/>
            <a:ext cx="57419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8" name="Shape 266"/>
          <p:cNvSpPr/>
          <p:nvPr/>
        </p:nvSpPr>
        <p:spPr>
          <a:xfrm rot="-9548193">
            <a:off x="6915864" y="997982"/>
            <a:ext cx="55713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9" name="Shape 267"/>
          <p:cNvSpPr/>
          <p:nvPr/>
        </p:nvSpPr>
        <p:spPr>
          <a:xfrm rot="-9643393">
            <a:off x="6863804" y="978140"/>
            <a:ext cx="54585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0" name="Shape 268"/>
          <p:cNvSpPr/>
          <p:nvPr/>
        </p:nvSpPr>
        <p:spPr>
          <a:xfrm rot="-2128038">
            <a:off x="7360920" y="1737360"/>
            <a:ext cx="86721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1" name="Shape 269"/>
          <p:cNvSpPr/>
          <p:nvPr/>
        </p:nvSpPr>
        <p:spPr>
          <a:xfrm rot="-2116433">
            <a:off x="7431549" y="1687041"/>
            <a:ext cx="91289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2" name="Shape 270"/>
          <p:cNvSpPr/>
          <p:nvPr/>
        </p:nvSpPr>
        <p:spPr>
          <a:xfrm rot="-2100358">
            <a:off x="7506078" y="1634323"/>
            <a:ext cx="95383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3" name="Shape 271"/>
          <p:cNvSpPr/>
          <p:nvPr/>
        </p:nvSpPr>
        <p:spPr>
          <a:xfrm rot="-2080136">
            <a:off x="7584205" y="1579606"/>
            <a:ext cx="99004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4" name="Shape 272"/>
          <p:cNvSpPr/>
          <p:nvPr/>
        </p:nvSpPr>
        <p:spPr>
          <a:xfrm rot="-2055928">
            <a:off x="7665631" y="1523289"/>
            <a:ext cx="102156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5" name="Shape 273"/>
          <p:cNvSpPr/>
          <p:nvPr/>
        </p:nvSpPr>
        <p:spPr>
          <a:xfrm rot="-2027768">
            <a:off x="7750057" y="1465773"/>
            <a:ext cx="104840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6" name="Shape 274"/>
          <p:cNvSpPr/>
          <p:nvPr/>
        </p:nvSpPr>
        <p:spPr>
          <a:xfrm rot="-1995585">
            <a:off x="7837181" y="1407456"/>
            <a:ext cx="107061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7" name="Shape 275"/>
          <p:cNvSpPr/>
          <p:nvPr/>
        </p:nvSpPr>
        <p:spPr>
          <a:xfrm rot="-1959212">
            <a:off x="7926705" y="1348740"/>
            <a:ext cx="108823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8" name="Shape 276"/>
          <p:cNvSpPr/>
          <p:nvPr/>
        </p:nvSpPr>
        <p:spPr>
          <a:xfrm rot="-1918393">
            <a:off x="8018328" y="1290024"/>
            <a:ext cx="110130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9" name="Shape 277"/>
          <p:cNvSpPr/>
          <p:nvPr/>
        </p:nvSpPr>
        <p:spPr>
          <a:xfrm rot="-1872783">
            <a:off x="8111751" y="1231707"/>
            <a:ext cx="110988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0" name="Shape 278"/>
          <p:cNvSpPr/>
          <p:nvPr/>
        </p:nvSpPr>
        <p:spPr>
          <a:xfrm rot="-1821937">
            <a:off x="8206673" y="1174191"/>
            <a:ext cx="111405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1" name="Shape 279"/>
          <p:cNvSpPr/>
          <p:nvPr/>
        </p:nvSpPr>
        <p:spPr>
          <a:xfrm rot="-1765303">
            <a:off x="8302795" y="1117874"/>
            <a:ext cx="111388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2" name="Shape 280"/>
          <p:cNvSpPr/>
          <p:nvPr/>
        </p:nvSpPr>
        <p:spPr>
          <a:xfrm rot="-1702206">
            <a:off x="8399817" y="1063157"/>
            <a:ext cx="110947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3" name="Shape 281"/>
          <p:cNvSpPr/>
          <p:nvPr/>
        </p:nvSpPr>
        <p:spPr>
          <a:xfrm rot="-1631830">
            <a:off x="8497439" y="1010439"/>
            <a:ext cx="110093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4" name="Shape 282"/>
          <p:cNvSpPr/>
          <p:nvPr/>
        </p:nvSpPr>
        <p:spPr>
          <a:xfrm rot="-1282282">
            <a:off x="8595360" y="960120"/>
            <a:ext cx="110466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5" name="Shape 283"/>
          <p:cNvSpPr/>
          <p:nvPr/>
        </p:nvSpPr>
        <p:spPr>
          <a:xfrm rot="-1226031">
            <a:off x="8698230" y="919865"/>
            <a:ext cx="109778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6" name="Shape 284"/>
          <p:cNvSpPr/>
          <p:nvPr/>
        </p:nvSpPr>
        <p:spPr>
          <a:xfrm rot="-1162717">
            <a:off x="8801100" y="881539"/>
            <a:ext cx="109048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7" name="Shape 285"/>
          <p:cNvSpPr/>
          <p:nvPr/>
        </p:nvSpPr>
        <p:spPr>
          <a:xfrm rot="-1092112">
            <a:off x="8903970" y="845356"/>
            <a:ext cx="108289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8" name="Shape 286"/>
          <p:cNvSpPr/>
          <p:nvPr/>
        </p:nvSpPr>
        <p:spPr>
          <a:xfrm rot="-1013988">
            <a:off x="9006840" y="811530"/>
            <a:ext cx="107513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9" name="Shape 287"/>
          <p:cNvSpPr/>
          <p:nvPr/>
        </p:nvSpPr>
        <p:spPr>
          <a:xfrm rot="-928121">
            <a:off x="9109710" y="780276"/>
            <a:ext cx="106736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0" name="Shape 288"/>
          <p:cNvSpPr/>
          <p:nvPr/>
        </p:nvSpPr>
        <p:spPr>
          <a:xfrm rot="-834306">
            <a:off x="9212580" y="751808"/>
            <a:ext cx="105976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1" name="Shape 289"/>
          <p:cNvSpPr/>
          <p:nvPr/>
        </p:nvSpPr>
        <p:spPr>
          <a:xfrm rot="-732367">
            <a:off x="9315450" y="726341"/>
            <a:ext cx="105249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2" name="Shape 290"/>
          <p:cNvSpPr/>
          <p:nvPr/>
        </p:nvSpPr>
        <p:spPr>
          <a:xfrm rot="8657599">
            <a:off x="6766560" y="868680"/>
            <a:ext cx="84457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3" name="Shape 291"/>
          <p:cNvSpPr/>
          <p:nvPr/>
        </p:nvSpPr>
        <p:spPr>
          <a:xfrm rot="8803507">
            <a:off x="6697980" y="917972"/>
            <a:ext cx="82029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4" name="Shape 292"/>
          <p:cNvSpPr/>
          <p:nvPr/>
        </p:nvSpPr>
        <p:spPr>
          <a:xfrm rot="8958017">
            <a:off x="6629400" y="962978"/>
            <a:ext cx="79758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5" name="Shape 293"/>
          <p:cNvSpPr/>
          <p:nvPr/>
        </p:nvSpPr>
        <p:spPr>
          <a:xfrm rot="9121232">
            <a:off x="6560820" y="1003697"/>
            <a:ext cx="77657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6" name="Shape 294"/>
          <p:cNvSpPr/>
          <p:nvPr/>
        </p:nvSpPr>
        <p:spPr>
          <a:xfrm rot="9293110">
            <a:off x="6492240" y="1040130"/>
            <a:ext cx="75741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7" name="Shape 295"/>
          <p:cNvSpPr/>
          <p:nvPr/>
        </p:nvSpPr>
        <p:spPr>
          <a:xfrm rot="9473433">
            <a:off x="6423660" y="1072277"/>
            <a:ext cx="74023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8" name="Shape 296"/>
          <p:cNvSpPr/>
          <p:nvPr/>
        </p:nvSpPr>
        <p:spPr>
          <a:xfrm rot="9661776">
            <a:off x="6355080" y="1100138"/>
            <a:ext cx="72519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9" name="Shape 297"/>
          <p:cNvSpPr/>
          <p:nvPr/>
        </p:nvSpPr>
        <p:spPr>
          <a:xfrm rot="9857482">
            <a:off x="6286500" y="1123712"/>
            <a:ext cx="71241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0" name="Shape 298"/>
          <p:cNvSpPr/>
          <p:nvPr/>
        </p:nvSpPr>
        <p:spPr>
          <a:xfrm rot="-4704469">
            <a:off x="8138160" y="1188720"/>
            <a:ext cx="85322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1" name="Shape 299"/>
          <p:cNvSpPr/>
          <p:nvPr/>
        </p:nvSpPr>
        <p:spPr>
          <a:xfrm rot="-4667972">
            <a:off x="8155305" y="1105138"/>
            <a:ext cx="81128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2" name="Shape 300"/>
          <p:cNvSpPr/>
          <p:nvPr/>
        </p:nvSpPr>
        <p:spPr>
          <a:xfrm rot="-4627500">
            <a:off x="8172450" y="1025843"/>
            <a:ext cx="76944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3" name="Shape 301"/>
          <p:cNvSpPr/>
          <p:nvPr/>
        </p:nvSpPr>
        <p:spPr>
          <a:xfrm rot="-4582380">
            <a:off x="8189595" y="950833"/>
            <a:ext cx="72772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4" name="Shape 302"/>
          <p:cNvSpPr/>
          <p:nvPr/>
        </p:nvSpPr>
        <p:spPr>
          <a:xfrm rot="-4531782">
            <a:off x="8206740" y="880110"/>
            <a:ext cx="68613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5" name="Shape 303"/>
          <p:cNvSpPr/>
          <p:nvPr/>
        </p:nvSpPr>
        <p:spPr>
          <a:xfrm rot="-4474670">
            <a:off x="8223885" y="813673"/>
            <a:ext cx="64472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6" name="Shape 304"/>
          <p:cNvSpPr/>
          <p:nvPr/>
        </p:nvSpPr>
        <p:spPr>
          <a:xfrm rot="-4409738">
            <a:off x="8241030" y="751523"/>
            <a:ext cx="60351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7" name="Shape 305"/>
          <p:cNvSpPr/>
          <p:nvPr/>
        </p:nvSpPr>
        <p:spPr>
          <a:xfrm rot="-4335320">
            <a:off x="8258175" y="693658"/>
            <a:ext cx="56254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8" name="Shape 306"/>
          <p:cNvSpPr/>
          <p:nvPr/>
        </p:nvSpPr>
        <p:spPr>
          <a:xfrm rot="-9668352">
            <a:off x="8321040" y="1828800"/>
            <a:ext cx="118660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9" name="Shape 307"/>
          <p:cNvSpPr/>
          <p:nvPr/>
        </p:nvSpPr>
        <p:spPr>
          <a:xfrm rot="-9863414">
            <a:off x="8208752" y="1790441"/>
            <a:ext cx="121146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0" name="Shape 308"/>
          <p:cNvSpPr/>
          <p:nvPr/>
        </p:nvSpPr>
        <p:spPr>
          <a:xfrm rot="-10050908">
            <a:off x="8092074" y="1757843"/>
            <a:ext cx="122875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1" name="Shape 309"/>
          <p:cNvSpPr/>
          <p:nvPr/>
        </p:nvSpPr>
        <p:spPr>
          <a:xfrm rot="-10235182">
            <a:off x="7972105" y="1731279"/>
            <a:ext cx="123831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2" name="Shape 310"/>
          <p:cNvSpPr/>
          <p:nvPr/>
        </p:nvSpPr>
        <p:spPr>
          <a:xfrm rot="-10420288">
            <a:off x="7849941" y="1711025"/>
            <a:ext cx="124017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3" name="Shape 311"/>
          <p:cNvSpPr/>
          <p:nvPr/>
        </p:nvSpPr>
        <p:spPr>
          <a:xfrm rot="-10610199">
            <a:off x="7726680" y="1697355"/>
            <a:ext cx="123449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4" name="Shape 312"/>
          <p:cNvSpPr/>
          <p:nvPr/>
        </p:nvSpPr>
        <p:spPr>
          <a:xfrm rot="10790994">
            <a:off x="7603419" y="1690543"/>
            <a:ext cx="122164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5" name="Shape 313"/>
          <p:cNvSpPr/>
          <p:nvPr/>
        </p:nvSpPr>
        <p:spPr>
          <a:xfrm rot="10578896">
            <a:off x="7481255" y="1690863"/>
            <a:ext cx="120218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6" name="Shape 314"/>
          <p:cNvSpPr/>
          <p:nvPr/>
        </p:nvSpPr>
        <p:spPr>
          <a:xfrm rot="10348646">
            <a:off x="7361286" y="1698589"/>
            <a:ext cx="117690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7" name="Shape 315"/>
          <p:cNvSpPr/>
          <p:nvPr/>
        </p:nvSpPr>
        <p:spPr>
          <a:xfrm rot="10094797">
            <a:off x="7244608" y="1713997"/>
            <a:ext cx="114693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8" name="Shape 316"/>
          <p:cNvSpPr/>
          <p:nvPr/>
        </p:nvSpPr>
        <p:spPr>
          <a:xfrm rot="9998952">
            <a:off x="7132320" y="1737360"/>
            <a:ext cx="105727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9" name="Shape 317"/>
          <p:cNvSpPr/>
          <p:nvPr/>
        </p:nvSpPr>
        <p:spPr>
          <a:xfrm rot="9975261">
            <a:off x="7029450" y="1761774"/>
            <a:ext cx="105903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0" name="Shape 318"/>
          <p:cNvSpPr/>
          <p:nvPr/>
        </p:nvSpPr>
        <p:spPr>
          <a:xfrm rot="9955017">
            <a:off x="6926580" y="1786938"/>
            <a:ext cx="106058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1" name="Shape 319"/>
          <p:cNvSpPr/>
          <p:nvPr/>
        </p:nvSpPr>
        <p:spPr>
          <a:xfrm rot="9938193">
            <a:off x="6823710" y="1812744"/>
            <a:ext cx="106189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2" name="Shape 320"/>
          <p:cNvSpPr/>
          <p:nvPr/>
        </p:nvSpPr>
        <p:spPr>
          <a:xfrm rot="9924764">
            <a:off x="6720840" y="1839087"/>
            <a:ext cx="106296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3" name="Shape 321"/>
          <p:cNvSpPr/>
          <p:nvPr/>
        </p:nvSpPr>
        <p:spPr>
          <a:xfrm rot="9914711">
            <a:off x="6617970" y="1865858"/>
            <a:ext cx="106378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4" name="Shape 322"/>
          <p:cNvSpPr/>
          <p:nvPr/>
        </p:nvSpPr>
        <p:spPr>
          <a:xfrm rot="9908017">
            <a:off x="6515100" y="1892951"/>
            <a:ext cx="106433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5" name="Shape 323"/>
          <p:cNvSpPr/>
          <p:nvPr/>
        </p:nvSpPr>
        <p:spPr>
          <a:xfrm rot="9904672">
            <a:off x="6412230" y="1920258"/>
            <a:ext cx="106460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6" name="Shape 324"/>
          <p:cNvSpPr/>
          <p:nvPr/>
        </p:nvSpPr>
        <p:spPr>
          <a:xfrm rot="-1863843">
            <a:off x="7955280" y="1554480"/>
            <a:ext cx="108880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7" name="Shape 325"/>
          <p:cNvSpPr/>
          <p:nvPr/>
        </p:nvSpPr>
        <p:spPr>
          <a:xfrm rot="-1757251">
            <a:off x="8048546" y="1498298"/>
            <a:ext cx="110757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8" name="Shape 326"/>
          <p:cNvSpPr/>
          <p:nvPr/>
        </p:nvSpPr>
        <p:spPr>
          <a:xfrm rot="-1658471">
            <a:off x="8145145" y="1444117"/>
            <a:ext cx="112270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9" name="Shape 327"/>
          <p:cNvSpPr/>
          <p:nvPr/>
        </p:nvSpPr>
        <p:spPr>
          <a:xfrm rot="-1566140">
            <a:off x="8244602" y="1392031"/>
            <a:ext cx="113404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0" name="Shape 328"/>
          <p:cNvSpPr/>
          <p:nvPr/>
        </p:nvSpPr>
        <p:spPr>
          <a:xfrm rot="-1479062">
            <a:off x="8346440" y="1342136"/>
            <a:ext cx="114146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1" name="Shape 329"/>
          <p:cNvSpPr/>
          <p:nvPr/>
        </p:nvSpPr>
        <p:spPr>
          <a:xfrm rot="-1396172">
            <a:off x="8450183" y="1294527"/>
            <a:ext cx="114484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2" name="Shape 330"/>
          <p:cNvSpPr/>
          <p:nvPr/>
        </p:nvSpPr>
        <p:spPr>
          <a:xfrm rot="-1316499">
            <a:off x="8555355" y="1249299"/>
            <a:ext cx="114412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3" name="Shape 331"/>
          <p:cNvSpPr/>
          <p:nvPr/>
        </p:nvSpPr>
        <p:spPr>
          <a:xfrm rot="-1239138">
            <a:off x="8661479" y="1206548"/>
            <a:ext cx="113921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4" name="Shape 332"/>
          <p:cNvSpPr/>
          <p:nvPr/>
        </p:nvSpPr>
        <p:spPr>
          <a:xfrm rot="-1163214">
            <a:off x="8768080" y="1166368"/>
            <a:ext cx="113008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5" name="Shape 333"/>
          <p:cNvSpPr/>
          <p:nvPr/>
        </p:nvSpPr>
        <p:spPr>
          <a:xfrm rot="-1087861">
            <a:off x="8874681" y="1128855"/>
            <a:ext cx="111669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6" name="Shape 334"/>
          <p:cNvSpPr/>
          <p:nvPr/>
        </p:nvSpPr>
        <p:spPr>
          <a:xfrm rot="-1012181">
            <a:off x="8980805" y="1094105"/>
            <a:ext cx="109901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7" name="Shape 335"/>
          <p:cNvSpPr/>
          <p:nvPr/>
        </p:nvSpPr>
        <p:spPr>
          <a:xfrm rot="-935217">
            <a:off x="9085977" y="1062212"/>
            <a:ext cx="107704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8" name="Shape 336"/>
          <p:cNvSpPr/>
          <p:nvPr/>
        </p:nvSpPr>
        <p:spPr>
          <a:xfrm rot="-773136">
            <a:off x="9189720" y="1033272"/>
            <a:ext cx="121008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9" name="Shape 337"/>
          <p:cNvSpPr/>
          <p:nvPr/>
        </p:nvSpPr>
        <p:spPr>
          <a:xfrm rot="-770091">
            <a:off x="9307681" y="1006286"/>
            <a:ext cx="117137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0" name="Shape 338"/>
          <p:cNvSpPr/>
          <p:nvPr/>
        </p:nvSpPr>
        <p:spPr>
          <a:xfrm rot="-760099">
            <a:off x="9421892" y="980265"/>
            <a:ext cx="113766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1" name="Shape 339"/>
          <p:cNvSpPr/>
          <p:nvPr/>
        </p:nvSpPr>
        <p:spPr>
          <a:xfrm rot="-742661">
            <a:off x="9532888" y="955316"/>
            <a:ext cx="110895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2" name="Shape 340"/>
          <p:cNvSpPr/>
          <p:nvPr/>
        </p:nvSpPr>
        <p:spPr>
          <a:xfrm rot="-717428">
            <a:off x="9641205" y="931545"/>
            <a:ext cx="108529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3" name="Shape 341"/>
          <p:cNvSpPr/>
          <p:nvPr/>
        </p:nvSpPr>
        <p:spPr>
          <a:xfrm rot="-684240">
            <a:off x="9747379" y="909060"/>
            <a:ext cx="106673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4" name="Shape 342"/>
          <p:cNvSpPr/>
          <p:nvPr/>
        </p:nvSpPr>
        <p:spPr>
          <a:xfrm rot="-643159">
            <a:off x="9851946" y="887968"/>
            <a:ext cx="105333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5" name="Shape 343"/>
          <p:cNvSpPr/>
          <p:nvPr/>
        </p:nvSpPr>
        <p:spPr>
          <a:xfrm rot="-594490">
            <a:off x="9955441" y="868376"/>
            <a:ext cx="104518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6" name="Shape 344"/>
          <p:cNvSpPr/>
          <p:nvPr/>
        </p:nvSpPr>
        <p:spPr>
          <a:xfrm rot="-1231604">
            <a:off x="8686800" y="2148840"/>
            <a:ext cx="117167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7" name="Shape 345"/>
          <p:cNvSpPr/>
          <p:nvPr/>
        </p:nvSpPr>
        <p:spPr>
          <a:xfrm rot="-1221039">
            <a:off x="8796528" y="2107756"/>
            <a:ext cx="117033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8" name="Shape 346"/>
          <p:cNvSpPr/>
          <p:nvPr/>
        </p:nvSpPr>
        <p:spPr>
          <a:xfrm rot="-1199837">
            <a:off x="8906256" y="2067056"/>
            <a:ext cx="116768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9" name="Shape 347"/>
          <p:cNvSpPr/>
          <p:nvPr/>
        </p:nvSpPr>
        <p:spPr>
          <a:xfrm rot="-1167855">
            <a:off x="9015984" y="2027124"/>
            <a:ext cx="116379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0" name="Shape 348"/>
          <p:cNvSpPr/>
          <p:nvPr/>
        </p:nvSpPr>
        <p:spPr>
          <a:xfrm rot="-1124884">
            <a:off x="9125712" y="1988345"/>
            <a:ext cx="115876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1" name="Shape 349"/>
          <p:cNvSpPr/>
          <p:nvPr/>
        </p:nvSpPr>
        <p:spPr>
          <a:xfrm rot="-1070654">
            <a:off x="9235440" y="1951101"/>
            <a:ext cx="115273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2" name="Shape 350"/>
          <p:cNvSpPr/>
          <p:nvPr/>
        </p:nvSpPr>
        <p:spPr>
          <a:xfrm rot="-1004845">
            <a:off x="9345168" y="1915778"/>
            <a:ext cx="114588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3" name="Shape 351"/>
          <p:cNvSpPr/>
          <p:nvPr/>
        </p:nvSpPr>
        <p:spPr>
          <a:xfrm rot="-927101">
            <a:off x="9454896" y="1882759"/>
            <a:ext cx="113843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4" name="Shape 352"/>
          <p:cNvSpPr/>
          <p:nvPr/>
        </p:nvSpPr>
        <p:spPr>
          <a:xfrm rot="-837050">
            <a:off x="9564624" y="1852428"/>
            <a:ext cx="113063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5" name="Shape 353"/>
          <p:cNvSpPr/>
          <p:nvPr/>
        </p:nvSpPr>
        <p:spPr>
          <a:xfrm rot="-734328">
            <a:off x="9674352" y="1825170"/>
            <a:ext cx="112280" cy="0"/>
          </a:xfrm>
          <a:prstGeom prst="line">
            <a:avLst/>
          </a:prstGeom>
          <a:noFill/>
          <a:ln w="381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6" name="Shape 354"/>
          <p:cNvSpPr/>
          <p:nvPr/>
        </p:nvSpPr>
        <p:spPr>
          <a:xfrm>
            <a:off x="7196328" y="1572768"/>
            <a:ext cx="329184" cy="329184"/>
          </a:xfrm>
          <a:prstGeom prst="ellipse">
            <a:avLst/>
          </a:prstGeom>
          <a:solidFill>
            <a:srgbClr val="FDEDEC">
              <a:alpha val="70000"/>
            </a:srgbClr>
          </a:solidFill>
          <a:ln w="25400">
            <a:solidFill>
              <a:srgbClr val="C0392B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7" name="Shape 355"/>
          <p:cNvSpPr/>
          <p:nvPr/>
        </p:nvSpPr>
        <p:spPr>
          <a:xfrm>
            <a:off x="6922008" y="1051560"/>
            <a:ext cx="329184" cy="329184"/>
          </a:xfrm>
          <a:prstGeom prst="ellipse">
            <a:avLst/>
          </a:prstGeom>
          <a:solidFill>
            <a:srgbClr val="FDEDEC">
              <a:alpha val="70000"/>
            </a:srgbClr>
          </a:solidFill>
          <a:ln w="25400">
            <a:solidFill>
              <a:srgbClr val="C0392B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8" name="Shape 356"/>
          <p:cNvSpPr/>
          <p:nvPr/>
        </p:nvSpPr>
        <p:spPr>
          <a:xfrm>
            <a:off x="9077062" y="1062907"/>
            <a:ext cx="1828800" cy="640080"/>
          </a:xfrm>
          <a:prstGeom prst="roundRect">
            <a:avLst>
              <a:gd name="adj" fmla="val 8571"/>
            </a:avLst>
          </a:prstGeom>
          <a:solidFill>
            <a:srgbClr val="FDEDEC"/>
          </a:solidFill>
          <a:ln w="10160">
            <a:solidFill>
              <a:srgbClr val="F5B7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9" name="Text 357"/>
          <p:cNvSpPr/>
          <p:nvPr/>
        </p:nvSpPr>
        <p:spPr>
          <a:xfrm>
            <a:off x="9122782" y="1090339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</a:rPr>
              <a:t>False junctions
</a:t>
            </a:r>
            <a:r>
              <a:rPr lang="en-US" sz="700" dirty="0">
                <a:solidFill>
                  <a:srgbClr val="922B21"/>
                </a:solidFill>
              </a:rPr>
              <a:t>Vessels at different z-depths</a:t>
            </a:r>
            <a:endParaRPr lang="en-US" sz="900" dirty="0"/>
          </a:p>
          <a:p>
            <a:pPr marL="0" indent="0">
              <a:buNone/>
            </a:pPr>
            <a:r>
              <a:rPr lang="en-US" sz="700" dirty="0">
                <a:solidFill>
                  <a:srgbClr val="922B21"/>
                </a:solidFill>
              </a:rPr>
              <a:t>overlap and create false</a:t>
            </a:r>
            <a:endParaRPr lang="en-US" sz="900" dirty="0"/>
          </a:p>
          <a:p>
            <a:pPr marL="0" indent="0">
              <a:buNone/>
            </a:pPr>
            <a:r>
              <a:rPr lang="en-US" sz="700" dirty="0">
                <a:solidFill>
                  <a:srgbClr val="922B21"/>
                </a:solidFill>
              </a:rPr>
              <a:t>branch points in skeleton</a:t>
            </a:r>
            <a:endParaRPr lang="en-US" sz="900" dirty="0"/>
          </a:p>
        </p:txBody>
      </p:sp>
      <p:sp>
        <p:nvSpPr>
          <p:cNvPr id="362" name="Shape 360"/>
          <p:cNvSpPr/>
          <p:nvPr/>
        </p:nvSpPr>
        <p:spPr>
          <a:xfrm>
            <a:off x="6446520" y="2011680"/>
            <a:ext cx="1554480" cy="320040"/>
          </a:xfrm>
          <a:prstGeom prst="roundRect">
            <a:avLst>
              <a:gd name="adj" fmla="val 14286"/>
            </a:avLst>
          </a:prstGeom>
          <a:solidFill>
            <a:srgbClr val="FEF9E7"/>
          </a:solidFill>
          <a:ln w="10160">
            <a:solidFill>
              <a:srgbClr val="D4A017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3" name="Text 361"/>
          <p:cNvSpPr/>
          <p:nvPr/>
        </p:nvSpPr>
        <p:spPr>
          <a:xfrm>
            <a:off x="6446520" y="2011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Merged → single skeleton path, length under-estimated</a:t>
            </a:r>
            <a:endParaRPr lang="en-US" sz="550" dirty="0"/>
          </a:p>
        </p:txBody>
      </p:sp>
      <p:sp>
        <p:nvSpPr>
          <p:cNvPr id="364" name="Shape 362"/>
          <p:cNvSpPr/>
          <p:nvPr/>
        </p:nvSpPr>
        <p:spPr>
          <a:xfrm rot="-5400000">
            <a:off x="7223760" y="2011680"/>
            <a:ext cx="320040" cy="0"/>
          </a:xfrm>
          <a:prstGeom prst="line">
            <a:avLst/>
          </a:prstGeom>
          <a:noFill/>
          <a:ln w="1016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5" name="Shape 363"/>
          <p:cNvSpPr/>
          <p:nvPr/>
        </p:nvSpPr>
        <p:spPr>
          <a:xfrm>
            <a:off x="7287768" y="1664208"/>
            <a:ext cx="146304" cy="146304"/>
          </a:xfrm>
          <a:prstGeom prst="ellipse">
            <a:avLst/>
          </a:prstGeom>
          <a:solidFill>
            <a:srgbClr val="1E8449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6" name="Shape 364"/>
          <p:cNvSpPr/>
          <p:nvPr/>
        </p:nvSpPr>
        <p:spPr>
          <a:xfrm>
            <a:off x="6693408" y="795528"/>
            <a:ext cx="146304" cy="146304"/>
          </a:xfrm>
          <a:prstGeom prst="ellipse">
            <a:avLst/>
          </a:prstGeom>
          <a:solidFill>
            <a:srgbClr val="1E8449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7" name="Shape 365"/>
          <p:cNvSpPr/>
          <p:nvPr/>
        </p:nvSpPr>
        <p:spPr>
          <a:xfrm>
            <a:off x="8065008" y="1115568"/>
            <a:ext cx="146304" cy="146304"/>
          </a:xfrm>
          <a:prstGeom prst="ellipse">
            <a:avLst/>
          </a:prstGeom>
          <a:solidFill>
            <a:srgbClr val="1E8449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8" name="Shape 366"/>
          <p:cNvSpPr/>
          <p:nvPr/>
        </p:nvSpPr>
        <p:spPr>
          <a:xfrm>
            <a:off x="8247888" y="1755648"/>
            <a:ext cx="146304" cy="146304"/>
          </a:xfrm>
          <a:prstGeom prst="ellipse">
            <a:avLst/>
          </a:prstGeom>
          <a:solidFill>
            <a:srgbClr val="1E8449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9" name="Shape 367"/>
          <p:cNvSpPr/>
          <p:nvPr/>
        </p:nvSpPr>
        <p:spPr>
          <a:xfrm>
            <a:off x="7882128" y="1481328"/>
            <a:ext cx="146304" cy="146304"/>
          </a:xfrm>
          <a:prstGeom prst="ellipse">
            <a:avLst/>
          </a:prstGeom>
          <a:solidFill>
            <a:srgbClr val="1E8449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0" name="Shape 368"/>
          <p:cNvSpPr/>
          <p:nvPr/>
        </p:nvSpPr>
        <p:spPr>
          <a:xfrm>
            <a:off x="8613648" y="2075688"/>
            <a:ext cx="146304" cy="146304"/>
          </a:xfrm>
          <a:prstGeom prst="ellipse">
            <a:avLst/>
          </a:prstGeom>
          <a:solidFill>
            <a:srgbClr val="1E8449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1" name="Shape 369"/>
          <p:cNvSpPr/>
          <p:nvPr/>
        </p:nvSpPr>
        <p:spPr>
          <a:xfrm>
            <a:off x="6204204" y="608076"/>
            <a:ext cx="118872" cy="1188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2" name="Shape 370"/>
          <p:cNvSpPr/>
          <p:nvPr/>
        </p:nvSpPr>
        <p:spPr>
          <a:xfrm>
            <a:off x="6245809" y="649681"/>
            <a:ext cx="35662" cy="35662"/>
          </a:xfrm>
          <a:prstGeom prst="ellipse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3" name="Shape 371"/>
          <p:cNvSpPr/>
          <p:nvPr/>
        </p:nvSpPr>
        <p:spPr>
          <a:xfrm>
            <a:off x="9358884" y="644652"/>
            <a:ext cx="118872" cy="1188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4" name="Shape 372"/>
          <p:cNvSpPr/>
          <p:nvPr/>
        </p:nvSpPr>
        <p:spPr>
          <a:xfrm>
            <a:off x="9400489" y="686257"/>
            <a:ext cx="35662" cy="35662"/>
          </a:xfrm>
          <a:prstGeom prst="ellipse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5" name="Shape 373"/>
          <p:cNvSpPr/>
          <p:nvPr/>
        </p:nvSpPr>
        <p:spPr>
          <a:xfrm>
            <a:off x="6158484" y="1083564"/>
            <a:ext cx="118872" cy="1188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6" name="Shape 374"/>
          <p:cNvSpPr/>
          <p:nvPr/>
        </p:nvSpPr>
        <p:spPr>
          <a:xfrm>
            <a:off x="6200089" y="1125169"/>
            <a:ext cx="35662" cy="35662"/>
          </a:xfrm>
          <a:prstGeom prst="ellipse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7" name="Shape 375"/>
          <p:cNvSpPr/>
          <p:nvPr/>
        </p:nvSpPr>
        <p:spPr>
          <a:xfrm>
            <a:off x="8215884" y="580644"/>
            <a:ext cx="118872" cy="1188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8" name="Shape 376"/>
          <p:cNvSpPr/>
          <p:nvPr/>
        </p:nvSpPr>
        <p:spPr>
          <a:xfrm>
            <a:off x="8257489" y="622249"/>
            <a:ext cx="35662" cy="35662"/>
          </a:xfrm>
          <a:prstGeom prst="ellipse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9" name="Shape 377"/>
          <p:cNvSpPr/>
          <p:nvPr/>
        </p:nvSpPr>
        <p:spPr>
          <a:xfrm>
            <a:off x="6752844" y="900684"/>
            <a:ext cx="118872" cy="1188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0" name="Shape 378"/>
          <p:cNvSpPr/>
          <p:nvPr/>
        </p:nvSpPr>
        <p:spPr>
          <a:xfrm>
            <a:off x="6794449" y="942289"/>
            <a:ext cx="35662" cy="35662"/>
          </a:xfrm>
          <a:prstGeom prst="ellipse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1" name="Shape 379"/>
          <p:cNvSpPr/>
          <p:nvPr/>
        </p:nvSpPr>
        <p:spPr>
          <a:xfrm>
            <a:off x="6249924" y="1888236"/>
            <a:ext cx="118872" cy="1188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2" name="Shape 380"/>
          <p:cNvSpPr/>
          <p:nvPr/>
        </p:nvSpPr>
        <p:spPr>
          <a:xfrm>
            <a:off x="6291529" y="1929841"/>
            <a:ext cx="35662" cy="35662"/>
          </a:xfrm>
          <a:prstGeom prst="ellipse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3" name="Shape 381"/>
          <p:cNvSpPr/>
          <p:nvPr/>
        </p:nvSpPr>
        <p:spPr>
          <a:xfrm>
            <a:off x="9998964" y="790956"/>
            <a:ext cx="118872" cy="1188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4" name="Shape 382"/>
          <p:cNvSpPr/>
          <p:nvPr/>
        </p:nvSpPr>
        <p:spPr>
          <a:xfrm>
            <a:off x="10040569" y="832561"/>
            <a:ext cx="35662" cy="35662"/>
          </a:xfrm>
          <a:prstGeom prst="ellipse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5" name="Shape 383"/>
          <p:cNvSpPr/>
          <p:nvPr/>
        </p:nvSpPr>
        <p:spPr>
          <a:xfrm>
            <a:off x="9724644" y="1741932"/>
            <a:ext cx="118872" cy="1188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6" name="Shape 384"/>
          <p:cNvSpPr/>
          <p:nvPr/>
        </p:nvSpPr>
        <p:spPr>
          <a:xfrm>
            <a:off x="9766249" y="1783537"/>
            <a:ext cx="35662" cy="35662"/>
          </a:xfrm>
          <a:prstGeom prst="ellipse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7" name="Shape 385"/>
          <p:cNvSpPr/>
          <p:nvPr/>
        </p:nvSpPr>
        <p:spPr>
          <a:xfrm>
            <a:off x="7621524" y="2912364"/>
            <a:ext cx="118872" cy="1188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8" name="Shape 386"/>
          <p:cNvSpPr/>
          <p:nvPr/>
        </p:nvSpPr>
        <p:spPr>
          <a:xfrm>
            <a:off x="7663129" y="2953969"/>
            <a:ext cx="35662" cy="35662"/>
          </a:xfrm>
          <a:prstGeom prst="ellipse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9" name="Shape 387"/>
          <p:cNvSpPr/>
          <p:nvPr/>
        </p:nvSpPr>
        <p:spPr>
          <a:xfrm>
            <a:off x="9084564" y="2912364"/>
            <a:ext cx="118872" cy="1188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0" name="Shape 388"/>
          <p:cNvSpPr/>
          <p:nvPr/>
        </p:nvSpPr>
        <p:spPr>
          <a:xfrm>
            <a:off x="9126169" y="2953969"/>
            <a:ext cx="35662" cy="35662"/>
          </a:xfrm>
          <a:prstGeom prst="ellipse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1" name="Shape 389"/>
          <p:cNvSpPr/>
          <p:nvPr/>
        </p:nvSpPr>
        <p:spPr>
          <a:xfrm rot="-5858152">
            <a:off x="2103120" y="6080760"/>
            <a:ext cx="56687" cy="0"/>
          </a:xfrm>
          <a:prstGeom prst="line">
            <a:avLst/>
          </a:prstGeom>
          <a:noFill/>
          <a:ln w="330200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2" name="Shape 390"/>
          <p:cNvSpPr/>
          <p:nvPr/>
        </p:nvSpPr>
        <p:spPr>
          <a:xfrm rot="-5914288">
            <a:off x="2095588" y="6024576"/>
            <a:ext cx="59281" cy="0"/>
          </a:xfrm>
          <a:prstGeom prst="line">
            <a:avLst/>
          </a:prstGeom>
          <a:noFill/>
          <a:ln w="324139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3" name="Shape 391"/>
          <p:cNvSpPr/>
          <p:nvPr/>
        </p:nvSpPr>
        <p:spPr>
          <a:xfrm rot="-5964749">
            <a:off x="2086752" y="5965957"/>
            <a:ext cx="61574" cy="0"/>
          </a:xfrm>
          <a:prstGeom prst="line">
            <a:avLst/>
          </a:prstGeom>
          <a:noFill/>
          <a:ln w="318077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4" name="Shape 392"/>
          <p:cNvSpPr/>
          <p:nvPr/>
        </p:nvSpPr>
        <p:spPr>
          <a:xfrm rot="-6010882">
            <a:off x="2076682" y="5905212"/>
            <a:ext cx="63563" cy="0"/>
          </a:xfrm>
          <a:prstGeom prst="line">
            <a:avLst/>
          </a:prstGeom>
          <a:noFill/>
          <a:ln w="312016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5" name="Shape 393"/>
          <p:cNvSpPr/>
          <p:nvPr/>
        </p:nvSpPr>
        <p:spPr>
          <a:xfrm rot="-6053734">
            <a:off x="2065447" y="5842650"/>
            <a:ext cx="65247" cy="0"/>
          </a:xfrm>
          <a:prstGeom prst="line">
            <a:avLst/>
          </a:prstGeom>
          <a:noFill/>
          <a:ln w="305955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6" name="Shape 394"/>
          <p:cNvSpPr/>
          <p:nvPr/>
        </p:nvSpPr>
        <p:spPr>
          <a:xfrm rot="-6094153">
            <a:off x="2053114" y="5778579"/>
            <a:ext cx="66625" cy="0"/>
          </a:xfrm>
          <a:prstGeom prst="line">
            <a:avLst/>
          </a:prstGeom>
          <a:noFill/>
          <a:ln w="299893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7" name="Shape 395"/>
          <p:cNvSpPr/>
          <p:nvPr/>
        </p:nvSpPr>
        <p:spPr>
          <a:xfrm rot="-6132841">
            <a:off x="2039752" y="5713308"/>
            <a:ext cx="67695" cy="0"/>
          </a:xfrm>
          <a:prstGeom prst="line">
            <a:avLst/>
          </a:prstGeom>
          <a:noFill/>
          <a:ln w="293832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8" name="Shape 396"/>
          <p:cNvSpPr/>
          <p:nvPr/>
        </p:nvSpPr>
        <p:spPr>
          <a:xfrm rot="-6170406">
            <a:off x="2025430" y="5647146"/>
            <a:ext cx="68457" cy="0"/>
          </a:xfrm>
          <a:prstGeom prst="line">
            <a:avLst/>
          </a:prstGeom>
          <a:noFill/>
          <a:ln w="287770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9" name="Shape 397"/>
          <p:cNvSpPr/>
          <p:nvPr/>
        </p:nvSpPr>
        <p:spPr>
          <a:xfrm rot="-6207393">
            <a:off x="2010217" y="5580400"/>
            <a:ext cx="68912" cy="0"/>
          </a:xfrm>
          <a:prstGeom prst="line">
            <a:avLst/>
          </a:prstGeom>
          <a:noFill/>
          <a:ln w="281709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0" name="Shape 398"/>
          <p:cNvSpPr/>
          <p:nvPr/>
        </p:nvSpPr>
        <p:spPr>
          <a:xfrm rot="-6244314">
            <a:off x="1994181" y="5513381"/>
            <a:ext cx="69058" cy="0"/>
          </a:xfrm>
          <a:prstGeom prst="line">
            <a:avLst/>
          </a:prstGeom>
          <a:noFill/>
          <a:ln w="275648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1" name="Shape 399"/>
          <p:cNvSpPr/>
          <p:nvPr/>
        </p:nvSpPr>
        <p:spPr>
          <a:xfrm rot="-6281667">
            <a:off x="1977390" y="5446395"/>
            <a:ext cx="68896" cy="0"/>
          </a:xfrm>
          <a:prstGeom prst="line">
            <a:avLst/>
          </a:prstGeom>
          <a:noFill/>
          <a:ln w="269586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2" name="Shape 400"/>
          <p:cNvSpPr/>
          <p:nvPr/>
        </p:nvSpPr>
        <p:spPr>
          <a:xfrm rot="-6319966">
            <a:off x="1959914" y="5379752"/>
            <a:ext cx="68427" cy="0"/>
          </a:xfrm>
          <a:prstGeom prst="line">
            <a:avLst/>
          </a:prstGeom>
          <a:noFill/>
          <a:ln w="263525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3" name="Shape 401"/>
          <p:cNvSpPr/>
          <p:nvPr/>
        </p:nvSpPr>
        <p:spPr>
          <a:xfrm rot="-6359756">
            <a:off x="1941820" y="5313761"/>
            <a:ext cx="67650" cy="0"/>
          </a:xfrm>
          <a:prstGeom prst="line">
            <a:avLst/>
          </a:prstGeom>
          <a:noFill/>
          <a:ln w="257464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4" name="Shape 402"/>
          <p:cNvSpPr/>
          <p:nvPr/>
        </p:nvSpPr>
        <p:spPr>
          <a:xfrm rot="-6401644">
            <a:off x="1923178" y="5248730"/>
            <a:ext cx="66568" cy="0"/>
          </a:xfrm>
          <a:prstGeom prst="line">
            <a:avLst/>
          </a:prstGeom>
          <a:noFill/>
          <a:ln w="251402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5" name="Shape 403"/>
          <p:cNvSpPr/>
          <p:nvPr/>
        </p:nvSpPr>
        <p:spPr>
          <a:xfrm rot="-6446330">
            <a:off x="1904055" y="5184968"/>
            <a:ext cx="65181" cy="0"/>
          </a:xfrm>
          <a:prstGeom prst="line">
            <a:avLst/>
          </a:prstGeom>
          <a:noFill/>
          <a:ln w="245341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6" name="Shape 404"/>
          <p:cNvSpPr/>
          <p:nvPr/>
        </p:nvSpPr>
        <p:spPr>
          <a:xfrm rot="-6494648">
            <a:off x="1884521" y="5122783"/>
            <a:ext cx="63491" cy="0"/>
          </a:xfrm>
          <a:prstGeom prst="line">
            <a:avLst/>
          </a:prstGeom>
          <a:noFill/>
          <a:ln w="239280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7" name="Shape 405"/>
          <p:cNvSpPr/>
          <p:nvPr/>
        </p:nvSpPr>
        <p:spPr>
          <a:xfrm rot="-6547618">
            <a:off x="1864644" y="5062484"/>
            <a:ext cx="61499" cy="0"/>
          </a:xfrm>
          <a:prstGeom prst="line">
            <a:avLst/>
          </a:prstGeom>
          <a:noFill/>
          <a:ln w="233218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8" name="Shape 406"/>
          <p:cNvSpPr/>
          <p:nvPr/>
        </p:nvSpPr>
        <p:spPr>
          <a:xfrm rot="-6606527">
            <a:off x="1844493" y="5004380"/>
            <a:ext cx="59211" cy="0"/>
          </a:xfrm>
          <a:prstGeom prst="line">
            <a:avLst/>
          </a:prstGeom>
          <a:noFill/>
          <a:ln w="227157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9" name="Shape 407"/>
          <p:cNvSpPr/>
          <p:nvPr/>
        </p:nvSpPr>
        <p:spPr>
          <a:xfrm rot="-6673036">
            <a:off x="1824137" y="4948779"/>
            <a:ext cx="56628" cy="0"/>
          </a:xfrm>
          <a:prstGeom prst="line">
            <a:avLst/>
          </a:prstGeom>
          <a:noFill/>
          <a:ln w="221095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0" name="Shape 408"/>
          <p:cNvSpPr/>
          <p:nvPr/>
        </p:nvSpPr>
        <p:spPr>
          <a:xfrm rot="-6749348">
            <a:off x="1803643" y="4895989"/>
            <a:ext cx="53757" cy="0"/>
          </a:xfrm>
          <a:prstGeom prst="line">
            <a:avLst/>
          </a:prstGeom>
          <a:noFill/>
          <a:ln w="215034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1" name="Shape 409"/>
          <p:cNvSpPr/>
          <p:nvPr/>
        </p:nvSpPr>
        <p:spPr>
          <a:xfrm rot="-6822757">
            <a:off x="1783080" y="4846320"/>
            <a:ext cx="74867" cy="0"/>
          </a:xfrm>
          <a:prstGeom prst="line">
            <a:avLst/>
          </a:prstGeom>
          <a:noFill/>
          <a:ln w="202911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2" name="Shape 410"/>
          <p:cNvSpPr/>
          <p:nvPr/>
        </p:nvSpPr>
        <p:spPr>
          <a:xfrm rot="-6889112">
            <a:off x="1752972" y="4777773"/>
            <a:ext cx="75301" cy="0"/>
          </a:xfrm>
          <a:prstGeom prst="line">
            <a:avLst/>
          </a:prstGeom>
          <a:noFill/>
          <a:ln w="196850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3" name="Shape 411"/>
          <p:cNvSpPr/>
          <p:nvPr/>
        </p:nvSpPr>
        <p:spPr>
          <a:xfrm rot="-6962741">
            <a:off x="1721365" y="4709427"/>
            <a:ext cx="75627" cy="0"/>
          </a:xfrm>
          <a:prstGeom prst="line">
            <a:avLst/>
          </a:prstGeom>
          <a:noFill/>
          <a:ln w="190789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4" name="Shape 412"/>
          <p:cNvSpPr/>
          <p:nvPr/>
        </p:nvSpPr>
        <p:spPr>
          <a:xfrm rot="-7043883">
            <a:off x="1688158" y="4641480"/>
            <a:ext cx="75856" cy="0"/>
          </a:xfrm>
          <a:prstGeom prst="line">
            <a:avLst/>
          </a:prstGeom>
          <a:noFill/>
          <a:ln w="184727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5" name="Shape 413"/>
          <p:cNvSpPr/>
          <p:nvPr/>
        </p:nvSpPr>
        <p:spPr>
          <a:xfrm rot="-7132808">
            <a:off x="1653251" y="4574133"/>
            <a:ext cx="75999" cy="0"/>
          </a:xfrm>
          <a:prstGeom prst="line">
            <a:avLst/>
          </a:prstGeom>
          <a:noFill/>
          <a:ln w="178666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6" name="Shape 414"/>
          <p:cNvSpPr/>
          <p:nvPr/>
        </p:nvSpPr>
        <p:spPr>
          <a:xfrm rot="-7229803">
            <a:off x="1616545" y="4507585"/>
            <a:ext cx="76071" cy="0"/>
          </a:xfrm>
          <a:prstGeom prst="line">
            <a:avLst/>
          </a:prstGeom>
          <a:noFill/>
          <a:ln w="172605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7" name="Shape 415"/>
          <p:cNvSpPr/>
          <p:nvPr/>
        </p:nvSpPr>
        <p:spPr>
          <a:xfrm rot="-7335165">
            <a:off x="1577940" y="4442038"/>
            <a:ext cx="76088" cy="0"/>
          </a:xfrm>
          <a:prstGeom prst="line">
            <a:avLst/>
          </a:prstGeom>
          <a:noFill/>
          <a:ln w="166543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8" name="Shape 416"/>
          <p:cNvSpPr/>
          <p:nvPr/>
        </p:nvSpPr>
        <p:spPr>
          <a:xfrm rot="-7449181">
            <a:off x="1537335" y="4377690"/>
            <a:ext cx="76067" cy="0"/>
          </a:xfrm>
          <a:prstGeom prst="line">
            <a:avLst/>
          </a:prstGeom>
          <a:noFill/>
          <a:ln w="160482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9" name="Shape 417"/>
          <p:cNvSpPr/>
          <p:nvPr/>
        </p:nvSpPr>
        <p:spPr>
          <a:xfrm rot="-7572111">
            <a:off x="1494631" y="4314742"/>
            <a:ext cx="76026" cy="0"/>
          </a:xfrm>
          <a:prstGeom prst="line">
            <a:avLst/>
          </a:prstGeom>
          <a:noFill/>
          <a:ln w="154420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0" name="Shape 418"/>
          <p:cNvSpPr/>
          <p:nvPr/>
        </p:nvSpPr>
        <p:spPr>
          <a:xfrm rot="-7704167">
            <a:off x="1449727" y="4253393"/>
            <a:ext cx="75988" cy="0"/>
          </a:xfrm>
          <a:prstGeom prst="line">
            <a:avLst/>
          </a:prstGeom>
          <a:noFill/>
          <a:ln w="148359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1" name="Shape 419"/>
          <p:cNvSpPr/>
          <p:nvPr/>
        </p:nvSpPr>
        <p:spPr>
          <a:xfrm rot="-7845482">
            <a:off x="1402524" y="4193844"/>
            <a:ext cx="75976" cy="0"/>
          </a:xfrm>
          <a:prstGeom prst="line">
            <a:avLst/>
          </a:prstGeom>
          <a:noFill/>
          <a:ln w="142298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2" name="Shape 420"/>
          <p:cNvSpPr/>
          <p:nvPr/>
        </p:nvSpPr>
        <p:spPr>
          <a:xfrm rot="-7996084">
            <a:off x="1352922" y="4136294"/>
            <a:ext cx="76015" cy="0"/>
          </a:xfrm>
          <a:prstGeom prst="line">
            <a:avLst/>
          </a:prstGeom>
          <a:noFill/>
          <a:ln w="136236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3" name="Shape 421"/>
          <p:cNvSpPr/>
          <p:nvPr/>
        </p:nvSpPr>
        <p:spPr>
          <a:xfrm rot="-8155863">
            <a:off x="1300821" y="4080943"/>
            <a:ext cx="76131" cy="0"/>
          </a:xfrm>
          <a:prstGeom prst="line">
            <a:avLst/>
          </a:prstGeom>
          <a:noFill/>
          <a:ln w="130175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4" name="Shape 422"/>
          <p:cNvSpPr/>
          <p:nvPr/>
        </p:nvSpPr>
        <p:spPr>
          <a:xfrm rot="-8324540">
            <a:off x="1246120" y="4027992"/>
            <a:ext cx="76355" cy="0"/>
          </a:xfrm>
          <a:prstGeom prst="line">
            <a:avLst/>
          </a:prstGeom>
          <a:noFill/>
          <a:ln w="124114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5" name="Shape 423"/>
          <p:cNvSpPr/>
          <p:nvPr/>
        </p:nvSpPr>
        <p:spPr>
          <a:xfrm rot="-9005476">
            <a:off x="1188720" y="3977640"/>
            <a:ext cx="79014" cy="0"/>
          </a:xfrm>
          <a:prstGeom prst="line">
            <a:avLst/>
          </a:prstGeom>
          <a:noFill/>
          <a:ln w="111991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6" name="Shape 424"/>
          <p:cNvSpPr/>
          <p:nvPr/>
        </p:nvSpPr>
        <p:spPr>
          <a:xfrm rot="-9134934">
            <a:off x="1120229" y="3938242"/>
            <a:ext cx="76787" cy="0"/>
          </a:xfrm>
          <a:prstGeom prst="line">
            <a:avLst/>
          </a:prstGeom>
          <a:noFill/>
          <a:ln w="105930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7" name="Shape 425"/>
          <p:cNvSpPr/>
          <p:nvPr/>
        </p:nvSpPr>
        <p:spPr>
          <a:xfrm rot="-9270204">
            <a:off x="1052274" y="3902488"/>
            <a:ext cx="74100" cy="0"/>
          </a:xfrm>
          <a:prstGeom prst="line">
            <a:avLst/>
          </a:prstGeom>
          <a:noFill/>
          <a:ln w="99868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8" name="Shape 426"/>
          <p:cNvSpPr/>
          <p:nvPr/>
        </p:nvSpPr>
        <p:spPr>
          <a:xfrm rot="-9414788">
            <a:off x="985391" y="3870591"/>
            <a:ext cx="70959" cy="0"/>
          </a:xfrm>
          <a:prstGeom prst="line">
            <a:avLst/>
          </a:prstGeom>
          <a:noFill/>
          <a:ln w="93807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9" name="Shape 427"/>
          <p:cNvSpPr/>
          <p:nvPr/>
        </p:nvSpPr>
        <p:spPr>
          <a:xfrm rot="-9573143">
            <a:off x="920115" y="3842766"/>
            <a:ext cx="67378" cy="0"/>
          </a:xfrm>
          <a:prstGeom prst="line">
            <a:avLst/>
          </a:prstGeom>
          <a:noFill/>
          <a:ln w="87745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0" name="Shape 428"/>
          <p:cNvSpPr/>
          <p:nvPr/>
        </p:nvSpPr>
        <p:spPr>
          <a:xfrm rot="-9751188">
            <a:off x="856982" y="3819227"/>
            <a:ext cx="63381" cy="0"/>
          </a:xfrm>
          <a:prstGeom prst="line">
            <a:avLst/>
          </a:prstGeom>
          <a:noFill/>
          <a:ln w="81684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1" name="Shape 429"/>
          <p:cNvSpPr/>
          <p:nvPr/>
        </p:nvSpPr>
        <p:spPr>
          <a:xfrm rot="-9957068">
            <a:off x="796528" y="3800189"/>
            <a:ext cx="59004" cy="0"/>
          </a:xfrm>
          <a:prstGeom prst="line">
            <a:avLst/>
          </a:prstGeom>
          <a:noFill/>
          <a:ln w="75623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2" name="Shape 430"/>
          <p:cNvSpPr/>
          <p:nvPr/>
        </p:nvSpPr>
        <p:spPr>
          <a:xfrm rot="-10202337">
            <a:off x="739289" y="3785866"/>
            <a:ext cx="54307" cy="0"/>
          </a:xfrm>
          <a:prstGeom prst="line">
            <a:avLst/>
          </a:prstGeom>
          <a:noFill/>
          <a:ln w="69561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3" name="Shape 431"/>
          <p:cNvSpPr/>
          <p:nvPr/>
        </p:nvSpPr>
        <p:spPr>
          <a:xfrm rot="-2128038">
            <a:off x="1783080" y="4846320"/>
            <a:ext cx="86721" cy="0"/>
          </a:xfrm>
          <a:prstGeom prst="line">
            <a:avLst/>
          </a:prstGeom>
          <a:noFill/>
          <a:ln w="203200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4" name="Shape 432"/>
          <p:cNvSpPr/>
          <p:nvPr/>
        </p:nvSpPr>
        <p:spPr>
          <a:xfrm rot="-2116433">
            <a:off x="1853709" y="4796001"/>
            <a:ext cx="91289" cy="0"/>
          </a:xfrm>
          <a:prstGeom prst="line">
            <a:avLst/>
          </a:prstGeom>
          <a:noFill/>
          <a:ln w="197126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5" name="Shape 433"/>
          <p:cNvSpPr/>
          <p:nvPr/>
        </p:nvSpPr>
        <p:spPr>
          <a:xfrm rot="-2100358">
            <a:off x="1928238" y="4743283"/>
            <a:ext cx="95383" cy="0"/>
          </a:xfrm>
          <a:prstGeom prst="line">
            <a:avLst/>
          </a:prstGeom>
          <a:noFill/>
          <a:ln w="191052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6" name="Shape 434"/>
          <p:cNvSpPr/>
          <p:nvPr/>
        </p:nvSpPr>
        <p:spPr>
          <a:xfrm rot="-2080136">
            <a:off x="2006365" y="4688566"/>
            <a:ext cx="99004" cy="0"/>
          </a:xfrm>
          <a:prstGeom prst="line">
            <a:avLst/>
          </a:prstGeom>
          <a:noFill/>
          <a:ln w="184978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7" name="Shape 435"/>
          <p:cNvSpPr/>
          <p:nvPr/>
        </p:nvSpPr>
        <p:spPr>
          <a:xfrm rot="-2055928">
            <a:off x="2087791" y="4632249"/>
            <a:ext cx="102156" cy="0"/>
          </a:xfrm>
          <a:prstGeom prst="line">
            <a:avLst/>
          </a:prstGeom>
          <a:noFill/>
          <a:ln w="178904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8" name="Shape 436"/>
          <p:cNvSpPr/>
          <p:nvPr/>
        </p:nvSpPr>
        <p:spPr>
          <a:xfrm rot="-2027768">
            <a:off x="2172217" y="4574733"/>
            <a:ext cx="104840" cy="0"/>
          </a:xfrm>
          <a:prstGeom prst="line">
            <a:avLst/>
          </a:prstGeom>
          <a:noFill/>
          <a:ln w="172830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9" name="Shape 437"/>
          <p:cNvSpPr/>
          <p:nvPr/>
        </p:nvSpPr>
        <p:spPr>
          <a:xfrm rot="-1995585">
            <a:off x="2259341" y="4516416"/>
            <a:ext cx="107061" cy="0"/>
          </a:xfrm>
          <a:prstGeom prst="line">
            <a:avLst/>
          </a:prstGeom>
          <a:noFill/>
          <a:ln w="166757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0" name="Shape 438"/>
          <p:cNvSpPr/>
          <p:nvPr/>
        </p:nvSpPr>
        <p:spPr>
          <a:xfrm rot="-1959212">
            <a:off x="2348865" y="4457700"/>
            <a:ext cx="108823" cy="0"/>
          </a:xfrm>
          <a:prstGeom prst="line">
            <a:avLst/>
          </a:prstGeom>
          <a:noFill/>
          <a:ln w="160683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1" name="Shape 439"/>
          <p:cNvSpPr/>
          <p:nvPr/>
        </p:nvSpPr>
        <p:spPr>
          <a:xfrm rot="-1918393">
            <a:off x="2440488" y="4398984"/>
            <a:ext cx="110130" cy="0"/>
          </a:xfrm>
          <a:prstGeom prst="line">
            <a:avLst/>
          </a:prstGeom>
          <a:noFill/>
          <a:ln w="154609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2" name="Shape 440"/>
          <p:cNvSpPr/>
          <p:nvPr/>
        </p:nvSpPr>
        <p:spPr>
          <a:xfrm rot="-1872783">
            <a:off x="2533911" y="4340667"/>
            <a:ext cx="110988" cy="0"/>
          </a:xfrm>
          <a:prstGeom prst="line">
            <a:avLst/>
          </a:prstGeom>
          <a:noFill/>
          <a:ln w="148535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3" name="Shape 441"/>
          <p:cNvSpPr/>
          <p:nvPr/>
        </p:nvSpPr>
        <p:spPr>
          <a:xfrm rot="-1821937">
            <a:off x="2628833" y="4283151"/>
            <a:ext cx="111405" cy="0"/>
          </a:xfrm>
          <a:prstGeom prst="line">
            <a:avLst/>
          </a:prstGeom>
          <a:noFill/>
          <a:ln w="142461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4" name="Shape 442"/>
          <p:cNvSpPr/>
          <p:nvPr/>
        </p:nvSpPr>
        <p:spPr>
          <a:xfrm rot="-1765303">
            <a:off x="2724955" y="4226834"/>
            <a:ext cx="111388" cy="0"/>
          </a:xfrm>
          <a:prstGeom prst="line">
            <a:avLst/>
          </a:prstGeom>
          <a:noFill/>
          <a:ln w="136387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5" name="Shape 443"/>
          <p:cNvSpPr/>
          <p:nvPr/>
        </p:nvSpPr>
        <p:spPr>
          <a:xfrm rot="-1702206">
            <a:off x="2821977" y="4172117"/>
            <a:ext cx="110947" cy="0"/>
          </a:xfrm>
          <a:prstGeom prst="line">
            <a:avLst/>
          </a:prstGeom>
          <a:noFill/>
          <a:ln w="130313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6" name="Shape 444"/>
          <p:cNvSpPr/>
          <p:nvPr/>
        </p:nvSpPr>
        <p:spPr>
          <a:xfrm rot="-1631830">
            <a:off x="2919599" y="4119399"/>
            <a:ext cx="110093" cy="0"/>
          </a:xfrm>
          <a:prstGeom prst="line">
            <a:avLst/>
          </a:prstGeom>
          <a:noFill/>
          <a:ln w="124239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7" name="Shape 445"/>
          <p:cNvSpPr/>
          <p:nvPr/>
        </p:nvSpPr>
        <p:spPr>
          <a:xfrm rot="-1282282">
            <a:off x="3017520" y="4069080"/>
            <a:ext cx="110466" cy="0"/>
          </a:xfrm>
          <a:prstGeom prst="line">
            <a:avLst/>
          </a:prstGeom>
          <a:noFill/>
          <a:ln w="112091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8" name="Shape 446"/>
          <p:cNvSpPr/>
          <p:nvPr/>
        </p:nvSpPr>
        <p:spPr>
          <a:xfrm rot="-1226031">
            <a:off x="3120390" y="4028825"/>
            <a:ext cx="109778" cy="0"/>
          </a:xfrm>
          <a:prstGeom prst="line">
            <a:avLst/>
          </a:prstGeom>
          <a:noFill/>
          <a:ln w="106017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9" name="Shape 447"/>
          <p:cNvSpPr/>
          <p:nvPr/>
        </p:nvSpPr>
        <p:spPr>
          <a:xfrm rot="-1162717">
            <a:off x="3223260" y="3990499"/>
            <a:ext cx="109048" cy="0"/>
          </a:xfrm>
          <a:prstGeom prst="line">
            <a:avLst/>
          </a:prstGeom>
          <a:noFill/>
          <a:ln w="99943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0" name="Shape 448"/>
          <p:cNvSpPr/>
          <p:nvPr/>
        </p:nvSpPr>
        <p:spPr>
          <a:xfrm rot="-1092112">
            <a:off x="3326130" y="3954316"/>
            <a:ext cx="108289" cy="0"/>
          </a:xfrm>
          <a:prstGeom prst="line">
            <a:avLst/>
          </a:prstGeom>
          <a:noFill/>
          <a:ln w="93870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1" name="Shape 449"/>
          <p:cNvSpPr/>
          <p:nvPr/>
        </p:nvSpPr>
        <p:spPr>
          <a:xfrm rot="-1013988">
            <a:off x="3429000" y="3920490"/>
            <a:ext cx="107513" cy="0"/>
          </a:xfrm>
          <a:prstGeom prst="line">
            <a:avLst/>
          </a:prstGeom>
          <a:noFill/>
          <a:ln w="87796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2" name="Shape 450"/>
          <p:cNvSpPr/>
          <p:nvPr/>
        </p:nvSpPr>
        <p:spPr>
          <a:xfrm rot="-928121">
            <a:off x="3531870" y="3889236"/>
            <a:ext cx="106736" cy="0"/>
          </a:xfrm>
          <a:prstGeom prst="line">
            <a:avLst/>
          </a:prstGeom>
          <a:noFill/>
          <a:ln w="81722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3" name="Shape 451"/>
          <p:cNvSpPr/>
          <p:nvPr/>
        </p:nvSpPr>
        <p:spPr>
          <a:xfrm rot="-834306">
            <a:off x="3634740" y="3860768"/>
            <a:ext cx="105976" cy="0"/>
          </a:xfrm>
          <a:prstGeom prst="line">
            <a:avLst/>
          </a:prstGeom>
          <a:noFill/>
          <a:ln w="75648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4" name="Shape 452"/>
          <p:cNvSpPr/>
          <p:nvPr/>
        </p:nvSpPr>
        <p:spPr>
          <a:xfrm rot="-732367">
            <a:off x="3737610" y="3835301"/>
            <a:ext cx="105249" cy="0"/>
          </a:xfrm>
          <a:prstGeom prst="line">
            <a:avLst/>
          </a:prstGeom>
          <a:noFill/>
          <a:ln w="69574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5" name="Shape 453"/>
          <p:cNvSpPr/>
          <p:nvPr/>
        </p:nvSpPr>
        <p:spPr>
          <a:xfrm rot="8657599">
            <a:off x="1188720" y="3977640"/>
            <a:ext cx="84457" cy="0"/>
          </a:xfrm>
          <a:prstGeom prst="line">
            <a:avLst/>
          </a:prstGeom>
          <a:noFill/>
          <a:ln w="127000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6" name="Shape 454"/>
          <p:cNvSpPr/>
          <p:nvPr/>
        </p:nvSpPr>
        <p:spPr>
          <a:xfrm rot="8803507">
            <a:off x="1120140" y="4026932"/>
            <a:ext cx="82029" cy="0"/>
          </a:xfrm>
          <a:prstGeom prst="line">
            <a:avLst/>
          </a:prstGeom>
          <a:noFill/>
          <a:ln w="117475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7" name="Shape 455"/>
          <p:cNvSpPr/>
          <p:nvPr/>
        </p:nvSpPr>
        <p:spPr>
          <a:xfrm rot="8958017">
            <a:off x="1051560" y="4071938"/>
            <a:ext cx="79758" cy="0"/>
          </a:xfrm>
          <a:prstGeom prst="line">
            <a:avLst/>
          </a:prstGeom>
          <a:noFill/>
          <a:ln w="107950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8" name="Shape 456"/>
          <p:cNvSpPr/>
          <p:nvPr/>
        </p:nvSpPr>
        <p:spPr>
          <a:xfrm rot="9121232">
            <a:off x="982980" y="4112657"/>
            <a:ext cx="77657" cy="0"/>
          </a:xfrm>
          <a:prstGeom prst="line">
            <a:avLst/>
          </a:prstGeom>
          <a:noFill/>
          <a:ln w="98425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9" name="Shape 457"/>
          <p:cNvSpPr/>
          <p:nvPr/>
        </p:nvSpPr>
        <p:spPr>
          <a:xfrm rot="9293110">
            <a:off x="914400" y="4149090"/>
            <a:ext cx="75741" cy="0"/>
          </a:xfrm>
          <a:prstGeom prst="line">
            <a:avLst/>
          </a:prstGeom>
          <a:noFill/>
          <a:ln w="88900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0" name="Shape 458"/>
          <p:cNvSpPr/>
          <p:nvPr/>
        </p:nvSpPr>
        <p:spPr>
          <a:xfrm rot="9473433">
            <a:off x="845820" y="4181237"/>
            <a:ext cx="74023" cy="0"/>
          </a:xfrm>
          <a:prstGeom prst="line">
            <a:avLst/>
          </a:prstGeom>
          <a:noFill/>
          <a:ln w="79375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1" name="Shape 459"/>
          <p:cNvSpPr/>
          <p:nvPr/>
        </p:nvSpPr>
        <p:spPr>
          <a:xfrm rot="9661776">
            <a:off x="777240" y="4209098"/>
            <a:ext cx="72519" cy="0"/>
          </a:xfrm>
          <a:prstGeom prst="line">
            <a:avLst/>
          </a:prstGeom>
          <a:noFill/>
          <a:ln w="69850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2" name="Shape 460"/>
          <p:cNvSpPr/>
          <p:nvPr/>
        </p:nvSpPr>
        <p:spPr>
          <a:xfrm rot="9857482">
            <a:off x="708660" y="4232672"/>
            <a:ext cx="71241" cy="0"/>
          </a:xfrm>
          <a:prstGeom prst="line">
            <a:avLst/>
          </a:prstGeom>
          <a:noFill/>
          <a:ln w="60325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3" name="Shape 461"/>
          <p:cNvSpPr/>
          <p:nvPr/>
        </p:nvSpPr>
        <p:spPr>
          <a:xfrm rot="-4704469">
            <a:off x="2560320" y="4297680"/>
            <a:ext cx="85322" cy="0"/>
          </a:xfrm>
          <a:prstGeom prst="line">
            <a:avLst/>
          </a:prstGeom>
          <a:noFill/>
          <a:ln w="114300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4" name="Shape 462"/>
          <p:cNvSpPr/>
          <p:nvPr/>
        </p:nvSpPr>
        <p:spPr>
          <a:xfrm rot="-4667972">
            <a:off x="2577465" y="4214098"/>
            <a:ext cx="81128" cy="0"/>
          </a:xfrm>
          <a:prstGeom prst="line">
            <a:avLst/>
          </a:prstGeom>
          <a:noFill/>
          <a:ln w="106363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5" name="Shape 463"/>
          <p:cNvSpPr/>
          <p:nvPr/>
        </p:nvSpPr>
        <p:spPr>
          <a:xfrm rot="-4627500">
            <a:off x="2594610" y="4134803"/>
            <a:ext cx="76944" cy="0"/>
          </a:xfrm>
          <a:prstGeom prst="line">
            <a:avLst/>
          </a:prstGeom>
          <a:noFill/>
          <a:ln w="98425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6" name="Shape 464"/>
          <p:cNvSpPr/>
          <p:nvPr/>
        </p:nvSpPr>
        <p:spPr>
          <a:xfrm rot="-4582380">
            <a:off x="2611755" y="4059793"/>
            <a:ext cx="72772" cy="0"/>
          </a:xfrm>
          <a:prstGeom prst="line">
            <a:avLst/>
          </a:prstGeom>
          <a:noFill/>
          <a:ln w="90488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7" name="Shape 465"/>
          <p:cNvSpPr/>
          <p:nvPr/>
        </p:nvSpPr>
        <p:spPr>
          <a:xfrm rot="-4531782">
            <a:off x="2628900" y="3989070"/>
            <a:ext cx="68613" cy="0"/>
          </a:xfrm>
          <a:prstGeom prst="line">
            <a:avLst/>
          </a:prstGeom>
          <a:noFill/>
          <a:ln w="82550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8" name="Shape 466"/>
          <p:cNvSpPr/>
          <p:nvPr/>
        </p:nvSpPr>
        <p:spPr>
          <a:xfrm rot="-4474670">
            <a:off x="2646045" y="3922633"/>
            <a:ext cx="64472" cy="0"/>
          </a:xfrm>
          <a:prstGeom prst="line">
            <a:avLst/>
          </a:prstGeom>
          <a:noFill/>
          <a:ln w="74613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9" name="Shape 467"/>
          <p:cNvSpPr/>
          <p:nvPr/>
        </p:nvSpPr>
        <p:spPr>
          <a:xfrm rot="-4409738">
            <a:off x="2663190" y="3860483"/>
            <a:ext cx="60351" cy="0"/>
          </a:xfrm>
          <a:prstGeom prst="line">
            <a:avLst/>
          </a:prstGeom>
          <a:noFill/>
          <a:ln w="66675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0" name="Shape 468"/>
          <p:cNvSpPr/>
          <p:nvPr/>
        </p:nvSpPr>
        <p:spPr>
          <a:xfrm rot="-4335320">
            <a:off x="2680335" y="3802618"/>
            <a:ext cx="56254" cy="0"/>
          </a:xfrm>
          <a:prstGeom prst="line">
            <a:avLst/>
          </a:prstGeom>
          <a:noFill/>
          <a:ln w="58738">
            <a:solidFill>
              <a:srgbClr val="3498D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1" name="Shape 469"/>
          <p:cNvSpPr/>
          <p:nvPr/>
        </p:nvSpPr>
        <p:spPr>
          <a:xfrm rot="-6699575">
            <a:off x="3566160" y="6080760"/>
            <a:ext cx="66460" cy="0"/>
          </a:xfrm>
          <a:prstGeom prst="line">
            <a:avLst/>
          </a:prstGeom>
          <a:noFill/>
          <a:ln w="304800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2" name="Shape 470"/>
          <p:cNvSpPr/>
          <p:nvPr/>
        </p:nvSpPr>
        <p:spPr>
          <a:xfrm rot="-6822969">
            <a:off x="3541630" y="6018993"/>
            <a:ext cx="69058" cy="0"/>
          </a:xfrm>
          <a:prstGeom prst="line">
            <a:avLst/>
          </a:prstGeom>
          <a:noFill/>
          <a:ln w="299055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3" name="Shape 471"/>
          <p:cNvSpPr/>
          <p:nvPr/>
        </p:nvSpPr>
        <p:spPr>
          <a:xfrm rot="-6936053">
            <a:off x="3513855" y="5955767"/>
            <a:ext cx="71465" cy="0"/>
          </a:xfrm>
          <a:prstGeom prst="line">
            <a:avLst/>
          </a:prstGeom>
          <a:noFill/>
          <a:ln w="293310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4" name="Shape 472"/>
          <p:cNvSpPr/>
          <p:nvPr/>
        </p:nvSpPr>
        <p:spPr>
          <a:xfrm rot="-7040858">
            <a:off x="3482975" y="5891318"/>
            <a:ext cx="73670" cy="0"/>
          </a:xfrm>
          <a:prstGeom prst="line">
            <a:avLst/>
          </a:prstGeom>
          <a:noFill/>
          <a:ln w="287564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5" name="Shape 473"/>
          <p:cNvSpPr/>
          <p:nvPr/>
        </p:nvSpPr>
        <p:spPr>
          <a:xfrm rot="-7139056">
            <a:off x="3449132" y="5825882"/>
            <a:ext cx="75666" cy="0"/>
          </a:xfrm>
          <a:prstGeom prst="line">
            <a:avLst/>
          </a:prstGeom>
          <a:noFill/>
          <a:ln w="281819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6" name="Shape 474"/>
          <p:cNvSpPr/>
          <p:nvPr/>
        </p:nvSpPr>
        <p:spPr>
          <a:xfrm rot="-7232044">
            <a:off x="3412466" y="5759693"/>
            <a:ext cx="77446" cy="0"/>
          </a:xfrm>
          <a:prstGeom prst="line">
            <a:avLst/>
          </a:prstGeom>
          <a:noFill/>
          <a:ln w="276074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7" name="Shape 475"/>
          <p:cNvSpPr/>
          <p:nvPr/>
        </p:nvSpPr>
        <p:spPr>
          <a:xfrm rot="-7321010">
            <a:off x="3373120" y="5692987"/>
            <a:ext cx="79006" cy="0"/>
          </a:xfrm>
          <a:prstGeom prst="line">
            <a:avLst/>
          </a:prstGeom>
          <a:noFill/>
          <a:ln w="270329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8" name="Shape 476"/>
          <p:cNvSpPr/>
          <p:nvPr/>
        </p:nvSpPr>
        <p:spPr>
          <a:xfrm rot="-7406984">
            <a:off x="3331234" y="5625998"/>
            <a:ext cx="80343" cy="0"/>
          </a:xfrm>
          <a:prstGeom prst="line">
            <a:avLst/>
          </a:prstGeom>
          <a:noFill/>
          <a:ln w="264583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9" name="Shape 477"/>
          <p:cNvSpPr/>
          <p:nvPr/>
        </p:nvSpPr>
        <p:spPr>
          <a:xfrm rot="-7490875">
            <a:off x="3286948" y="5558962"/>
            <a:ext cx="81455" cy="0"/>
          </a:xfrm>
          <a:prstGeom prst="line">
            <a:avLst/>
          </a:prstGeom>
          <a:noFill/>
          <a:ln w="258838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0" name="Shape 478"/>
          <p:cNvSpPr/>
          <p:nvPr/>
        </p:nvSpPr>
        <p:spPr>
          <a:xfrm rot="-7573506">
            <a:off x="3240405" y="5492115"/>
            <a:ext cx="82340" cy="0"/>
          </a:xfrm>
          <a:prstGeom prst="line">
            <a:avLst/>
          </a:prstGeom>
          <a:noFill/>
          <a:ln w="253093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1" name="Shape 479"/>
          <p:cNvSpPr/>
          <p:nvPr/>
        </p:nvSpPr>
        <p:spPr>
          <a:xfrm rot="-7655640">
            <a:off x="3191745" y="5425691"/>
            <a:ext cx="83000" cy="0"/>
          </a:xfrm>
          <a:prstGeom prst="line">
            <a:avLst/>
          </a:prstGeom>
          <a:noFill/>
          <a:ln w="247348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2" name="Shape 480"/>
          <p:cNvSpPr/>
          <p:nvPr/>
        </p:nvSpPr>
        <p:spPr>
          <a:xfrm rot="-7738001">
            <a:off x="3141110" y="5359925"/>
            <a:ext cx="83435" cy="0"/>
          </a:xfrm>
          <a:prstGeom prst="line">
            <a:avLst/>
          </a:prstGeom>
          <a:noFill/>
          <a:ln w="241602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3" name="Shape 481"/>
          <p:cNvSpPr/>
          <p:nvPr/>
        </p:nvSpPr>
        <p:spPr>
          <a:xfrm rot="-7821295">
            <a:off x="3088640" y="5295053"/>
            <a:ext cx="83647" cy="0"/>
          </a:xfrm>
          <a:prstGeom prst="line">
            <a:avLst/>
          </a:prstGeom>
          <a:noFill/>
          <a:ln w="235857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4" name="Shape 482"/>
          <p:cNvSpPr/>
          <p:nvPr/>
        </p:nvSpPr>
        <p:spPr>
          <a:xfrm rot="-7906227">
            <a:off x="3034477" y="5231310"/>
            <a:ext cx="83638" cy="0"/>
          </a:xfrm>
          <a:prstGeom prst="line">
            <a:avLst/>
          </a:prstGeom>
          <a:noFill/>
          <a:ln w="230112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5" name="Shape 483"/>
          <p:cNvSpPr/>
          <p:nvPr/>
        </p:nvSpPr>
        <p:spPr>
          <a:xfrm rot="-7993519">
            <a:off x="2978761" y="5168931"/>
            <a:ext cx="83412" cy="0"/>
          </a:xfrm>
          <a:prstGeom prst="line">
            <a:avLst/>
          </a:prstGeom>
          <a:noFill/>
          <a:ln w="224367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6" name="Shape 484"/>
          <p:cNvSpPr/>
          <p:nvPr/>
        </p:nvSpPr>
        <p:spPr>
          <a:xfrm rot="-8083923">
            <a:off x="2921635" y="5108152"/>
            <a:ext cx="82974" cy="0"/>
          </a:xfrm>
          <a:prstGeom prst="line">
            <a:avLst/>
          </a:prstGeom>
          <a:noFill/>
          <a:ln w="218621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7" name="Shape 485"/>
          <p:cNvSpPr/>
          <p:nvPr/>
        </p:nvSpPr>
        <p:spPr>
          <a:xfrm rot="-8178243">
            <a:off x="2863239" y="5049206"/>
            <a:ext cx="82329" cy="0"/>
          </a:xfrm>
          <a:prstGeom prst="line">
            <a:avLst/>
          </a:prstGeom>
          <a:noFill/>
          <a:ln w="212876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8" name="Shape 486"/>
          <p:cNvSpPr/>
          <p:nvPr/>
        </p:nvSpPr>
        <p:spPr>
          <a:xfrm rot="-8277350">
            <a:off x="2803713" y="4992331"/>
            <a:ext cx="81485" cy="0"/>
          </a:xfrm>
          <a:prstGeom prst="line">
            <a:avLst/>
          </a:prstGeom>
          <a:noFill/>
          <a:ln w="207131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9" name="Shape 487"/>
          <p:cNvSpPr/>
          <p:nvPr/>
        </p:nvSpPr>
        <p:spPr>
          <a:xfrm rot="-8607374">
            <a:off x="2743200" y="4937760"/>
            <a:ext cx="97536" cy="0"/>
          </a:xfrm>
          <a:prstGeom prst="line">
            <a:avLst/>
          </a:prstGeom>
          <a:noFill/>
          <a:ln w="195640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0" name="Shape 488"/>
          <p:cNvSpPr/>
          <p:nvPr/>
        </p:nvSpPr>
        <p:spPr>
          <a:xfrm rot="-8646414">
            <a:off x="2664840" y="4879684"/>
            <a:ext cx="96605" cy="0"/>
          </a:xfrm>
          <a:prstGeom prst="line">
            <a:avLst/>
          </a:prstGeom>
          <a:noFill/>
          <a:ln w="189895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1" name="Shape 489"/>
          <p:cNvSpPr/>
          <p:nvPr/>
        </p:nvSpPr>
        <p:spPr>
          <a:xfrm rot="-8685309">
            <a:off x="2586579" y="4823047"/>
            <a:ext cx="95581" cy="0"/>
          </a:xfrm>
          <a:prstGeom prst="line">
            <a:avLst/>
          </a:prstGeom>
          <a:noFill/>
          <a:ln w="184150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2" name="Shape 490"/>
          <p:cNvSpPr/>
          <p:nvPr/>
        </p:nvSpPr>
        <p:spPr>
          <a:xfrm rot="-8724174">
            <a:off x="2508518" y="4767890"/>
            <a:ext cx="94465" cy="0"/>
          </a:xfrm>
          <a:prstGeom prst="line">
            <a:avLst/>
          </a:prstGeom>
          <a:noFill/>
          <a:ln w="178405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3" name="Shape 491"/>
          <p:cNvSpPr/>
          <p:nvPr/>
        </p:nvSpPr>
        <p:spPr>
          <a:xfrm rot="-8763128">
            <a:off x="2430758" y="4714252"/>
            <a:ext cx="93257" cy="0"/>
          </a:xfrm>
          <a:prstGeom prst="line">
            <a:avLst/>
          </a:prstGeom>
          <a:noFill/>
          <a:ln w="172660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4" name="Shape 492"/>
          <p:cNvSpPr/>
          <p:nvPr/>
        </p:nvSpPr>
        <p:spPr>
          <a:xfrm rot="-8802299">
            <a:off x="2353397" y="4662174"/>
            <a:ext cx="91955" cy="0"/>
          </a:xfrm>
          <a:prstGeom prst="line">
            <a:avLst/>
          </a:prstGeom>
          <a:noFill/>
          <a:ln w="166914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5" name="Shape 493"/>
          <p:cNvSpPr/>
          <p:nvPr/>
        </p:nvSpPr>
        <p:spPr>
          <a:xfrm rot="-8841823">
            <a:off x="2276536" y="4611695"/>
            <a:ext cx="90559" cy="0"/>
          </a:xfrm>
          <a:prstGeom prst="line">
            <a:avLst/>
          </a:prstGeom>
          <a:noFill/>
          <a:ln w="161169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6" name="Shape 494"/>
          <p:cNvSpPr/>
          <p:nvPr/>
        </p:nvSpPr>
        <p:spPr>
          <a:xfrm rot="-8881845">
            <a:off x="2200275" y="4562856"/>
            <a:ext cx="89070" cy="0"/>
          </a:xfrm>
          <a:prstGeom prst="line">
            <a:avLst/>
          </a:prstGeom>
          <a:noFill/>
          <a:ln w="155424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7" name="Shape 495"/>
          <p:cNvSpPr/>
          <p:nvPr/>
        </p:nvSpPr>
        <p:spPr>
          <a:xfrm rot="-8922525">
            <a:off x="2124714" y="4515696"/>
            <a:ext cx="87488" cy="0"/>
          </a:xfrm>
          <a:prstGeom prst="line">
            <a:avLst/>
          </a:prstGeom>
          <a:noFill/>
          <a:ln w="149679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8" name="Shape 496"/>
          <p:cNvSpPr/>
          <p:nvPr/>
        </p:nvSpPr>
        <p:spPr>
          <a:xfrm rot="-8964040">
            <a:off x="2049952" y="4470256"/>
            <a:ext cx="85811" cy="0"/>
          </a:xfrm>
          <a:prstGeom prst="line">
            <a:avLst/>
          </a:prstGeom>
          <a:noFill/>
          <a:ln w="143933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9" name="Shape 497"/>
          <p:cNvSpPr/>
          <p:nvPr/>
        </p:nvSpPr>
        <p:spPr>
          <a:xfrm rot="-9006583">
            <a:off x="1976090" y="4426576"/>
            <a:ext cx="84041" cy="0"/>
          </a:xfrm>
          <a:prstGeom prst="line">
            <a:avLst/>
          </a:prstGeom>
          <a:noFill/>
          <a:ln w="138188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0" name="Shape 498"/>
          <p:cNvSpPr/>
          <p:nvPr/>
        </p:nvSpPr>
        <p:spPr>
          <a:xfrm rot="-9050373">
            <a:off x="1903228" y="4384695"/>
            <a:ext cx="82178" cy="0"/>
          </a:xfrm>
          <a:prstGeom prst="line">
            <a:avLst/>
          </a:prstGeom>
          <a:noFill/>
          <a:ln w="132443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1" name="Shape 499"/>
          <p:cNvSpPr/>
          <p:nvPr/>
        </p:nvSpPr>
        <p:spPr>
          <a:xfrm rot="-9095658">
            <a:off x="1831466" y="4344653"/>
            <a:ext cx="80221" cy="0"/>
          </a:xfrm>
          <a:prstGeom prst="line">
            <a:avLst/>
          </a:prstGeom>
          <a:noFill/>
          <a:ln w="126698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2" name="Shape 500"/>
          <p:cNvSpPr/>
          <p:nvPr/>
        </p:nvSpPr>
        <p:spPr>
          <a:xfrm rot="-9142719">
            <a:off x="1760903" y="4306491"/>
            <a:ext cx="78172" cy="0"/>
          </a:xfrm>
          <a:prstGeom prst="line">
            <a:avLst/>
          </a:prstGeom>
          <a:noFill/>
          <a:ln w="120952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3" name="Shape 501"/>
          <p:cNvSpPr/>
          <p:nvPr/>
        </p:nvSpPr>
        <p:spPr>
          <a:xfrm rot="-9216079">
            <a:off x="1691640" y="4270248"/>
            <a:ext cx="74271" cy="0"/>
          </a:xfrm>
          <a:prstGeom prst="line">
            <a:avLst/>
          </a:prstGeom>
          <a:noFill/>
          <a:ln w="109462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4" name="Shape 502"/>
          <p:cNvSpPr/>
          <p:nvPr/>
        </p:nvSpPr>
        <p:spPr>
          <a:xfrm rot="-9242672">
            <a:off x="1625114" y="4237226"/>
            <a:ext cx="69818" cy="0"/>
          </a:xfrm>
          <a:prstGeom prst="line">
            <a:avLst/>
          </a:prstGeom>
          <a:noFill/>
          <a:ln w="103717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5" name="Shape 503"/>
          <p:cNvSpPr/>
          <p:nvPr/>
        </p:nvSpPr>
        <p:spPr>
          <a:xfrm rot="-9279850">
            <a:off x="1562338" y="4206669"/>
            <a:ext cx="65900" cy="0"/>
          </a:xfrm>
          <a:prstGeom prst="line">
            <a:avLst/>
          </a:prstGeom>
          <a:noFill/>
          <a:ln w="97971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6" name="Shape 504"/>
          <p:cNvSpPr/>
          <p:nvPr/>
        </p:nvSpPr>
        <p:spPr>
          <a:xfrm rot="-9328649">
            <a:off x="1502777" y="4178469"/>
            <a:ext cx="62522" cy="0"/>
          </a:xfrm>
          <a:prstGeom prst="line">
            <a:avLst/>
          </a:prstGeom>
          <a:noFill/>
          <a:ln w="92226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7" name="Shape 505"/>
          <p:cNvSpPr/>
          <p:nvPr/>
        </p:nvSpPr>
        <p:spPr>
          <a:xfrm rot="-9389717">
            <a:off x="1445895" y="4152519"/>
            <a:ext cx="59692" cy="0"/>
          </a:xfrm>
          <a:prstGeom prst="line">
            <a:avLst/>
          </a:prstGeom>
          <a:noFill/>
          <a:ln w="86481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8" name="Shape 506"/>
          <p:cNvSpPr/>
          <p:nvPr/>
        </p:nvSpPr>
        <p:spPr>
          <a:xfrm rot="-9463124">
            <a:off x="1391156" y="4128712"/>
            <a:ext cx="57419" cy="0"/>
          </a:xfrm>
          <a:prstGeom prst="line">
            <a:avLst/>
          </a:prstGeom>
          <a:noFill/>
          <a:ln w="80736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9" name="Shape 507"/>
          <p:cNvSpPr/>
          <p:nvPr/>
        </p:nvSpPr>
        <p:spPr>
          <a:xfrm rot="-9548193">
            <a:off x="1338024" y="4106942"/>
            <a:ext cx="55713" cy="0"/>
          </a:xfrm>
          <a:prstGeom prst="line">
            <a:avLst/>
          </a:prstGeom>
          <a:noFill/>
          <a:ln w="74990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0" name="Shape 508"/>
          <p:cNvSpPr/>
          <p:nvPr/>
        </p:nvSpPr>
        <p:spPr>
          <a:xfrm rot="-9643393">
            <a:off x="1285964" y="4087100"/>
            <a:ext cx="54585" cy="0"/>
          </a:xfrm>
          <a:prstGeom prst="line">
            <a:avLst/>
          </a:prstGeom>
          <a:noFill/>
          <a:ln w="69245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1" name="Shape 509"/>
          <p:cNvSpPr/>
          <p:nvPr/>
        </p:nvSpPr>
        <p:spPr>
          <a:xfrm rot="-9668352">
            <a:off x="2743200" y="4937760"/>
            <a:ext cx="118660" cy="0"/>
          </a:xfrm>
          <a:prstGeom prst="line">
            <a:avLst/>
          </a:prstGeom>
          <a:noFill/>
          <a:ln w="177800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2" name="Shape 510"/>
          <p:cNvSpPr/>
          <p:nvPr/>
        </p:nvSpPr>
        <p:spPr>
          <a:xfrm rot="-9863414">
            <a:off x="2630912" y="4899401"/>
            <a:ext cx="121146" cy="0"/>
          </a:xfrm>
          <a:prstGeom prst="line">
            <a:avLst/>
          </a:prstGeom>
          <a:noFill/>
          <a:ln w="171116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3" name="Shape 511"/>
          <p:cNvSpPr/>
          <p:nvPr/>
        </p:nvSpPr>
        <p:spPr>
          <a:xfrm rot="-10050908">
            <a:off x="2514234" y="4866803"/>
            <a:ext cx="122875" cy="0"/>
          </a:xfrm>
          <a:prstGeom prst="line">
            <a:avLst/>
          </a:prstGeom>
          <a:noFill/>
          <a:ln w="164432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4" name="Shape 512"/>
          <p:cNvSpPr/>
          <p:nvPr/>
        </p:nvSpPr>
        <p:spPr>
          <a:xfrm rot="-10235182">
            <a:off x="2394265" y="4840239"/>
            <a:ext cx="123831" cy="0"/>
          </a:xfrm>
          <a:prstGeom prst="line">
            <a:avLst/>
          </a:prstGeom>
          <a:noFill/>
          <a:ln w="157747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5" name="Shape 513"/>
          <p:cNvSpPr/>
          <p:nvPr/>
        </p:nvSpPr>
        <p:spPr>
          <a:xfrm rot="-10420288">
            <a:off x="2272101" y="4819985"/>
            <a:ext cx="124017" cy="0"/>
          </a:xfrm>
          <a:prstGeom prst="line">
            <a:avLst/>
          </a:prstGeom>
          <a:noFill/>
          <a:ln w="151063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6" name="Shape 514"/>
          <p:cNvSpPr/>
          <p:nvPr/>
        </p:nvSpPr>
        <p:spPr>
          <a:xfrm rot="-10610199">
            <a:off x="2148840" y="4806315"/>
            <a:ext cx="123449" cy="0"/>
          </a:xfrm>
          <a:prstGeom prst="line">
            <a:avLst/>
          </a:prstGeom>
          <a:noFill/>
          <a:ln w="144379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7" name="Shape 515"/>
          <p:cNvSpPr/>
          <p:nvPr/>
        </p:nvSpPr>
        <p:spPr>
          <a:xfrm rot="10790994">
            <a:off x="2025579" y="4799503"/>
            <a:ext cx="122164" cy="0"/>
          </a:xfrm>
          <a:prstGeom prst="line">
            <a:avLst/>
          </a:prstGeom>
          <a:noFill/>
          <a:ln w="137695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8" name="Shape 516"/>
          <p:cNvSpPr/>
          <p:nvPr/>
        </p:nvSpPr>
        <p:spPr>
          <a:xfrm rot="10578896">
            <a:off x="1903415" y="4799823"/>
            <a:ext cx="120218" cy="0"/>
          </a:xfrm>
          <a:prstGeom prst="line">
            <a:avLst/>
          </a:prstGeom>
          <a:noFill/>
          <a:ln w="131011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9" name="Shape 517"/>
          <p:cNvSpPr/>
          <p:nvPr/>
        </p:nvSpPr>
        <p:spPr>
          <a:xfrm rot="10348646">
            <a:off x="1783446" y="4807549"/>
            <a:ext cx="117690" cy="0"/>
          </a:xfrm>
          <a:prstGeom prst="line">
            <a:avLst/>
          </a:prstGeom>
          <a:noFill/>
          <a:ln w="124326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0" name="Shape 518"/>
          <p:cNvSpPr/>
          <p:nvPr/>
        </p:nvSpPr>
        <p:spPr>
          <a:xfrm rot="10094797">
            <a:off x="1666768" y="4822957"/>
            <a:ext cx="114693" cy="0"/>
          </a:xfrm>
          <a:prstGeom prst="line">
            <a:avLst/>
          </a:prstGeom>
          <a:noFill/>
          <a:ln w="117642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1" name="Shape 519"/>
          <p:cNvSpPr/>
          <p:nvPr/>
        </p:nvSpPr>
        <p:spPr>
          <a:xfrm rot="9998952">
            <a:off x="1554480" y="4846320"/>
            <a:ext cx="105727" cy="0"/>
          </a:xfrm>
          <a:prstGeom prst="line">
            <a:avLst/>
          </a:prstGeom>
          <a:noFill/>
          <a:ln w="104274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2" name="Shape 520"/>
          <p:cNvSpPr/>
          <p:nvPr/>
        </p:nvSpPr>
        <p:spPr>
          <a:xfrm rot="9975261">
            <a:off x="1451610" y="4870734"/>
            <a:ext cx="105903" cy="0"/>
          </a:xfrm>
          <a:prstGeom prst="line">
            <a:avLst/>
          </a:prstGeom>
          <a:noFill/>
          <a:ln w="97589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3" name="Shape 521"/>
          <p:cNvSpPr/>
          <p:nvPr/>
        </p:nvSpPr>
        <p:spPr>
          <a:xfrm rot="9955017">
            <a:off x="1348740" y="4895898"/>
            <a:ext cx="106058" cy="0"/>
          </a:xfrm>
          <a:prstGeom prst="line">
            <a:avLst/>
          </a:prstGeom>
          <a:noFill/>
          <a:ln w="90905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4" name="Shape 522"/>
          <p:cNvSpPr/>
          <p:nvPr/>
        </p:nvSpPr>
        <p:spPr>
          <a:xfrm rot="9938193">
            <a:off x="1245870" y="4921704"/>
            <a:ext cx="106189" cy="0"/>
          </a:xfrm>
          <a:prstGeom prst="line">
            <a:avLst/>
          </a:prstGeom>
          <a:noFill/>
          <a:ln w="84221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5" name="Shape 523"/>
          <p:cNvSpPr/>
          <p:nvPr/>
        </p:nvSpPr>
        <p:spPr>
          <a:xfrm rot="9924764">
            <a:off x="1143000" y="4948047"/>
            <a:ext cx="106296" cy="0"/>
          </a:xfrm>
          <a:prstGeom prst="line">
            <a:avLst/>
          </a:prstGeom>
          <a:noFill/>
          <a:ln w="77537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6" name="Shape 524"/>
          <p:cNvSpPr/>
          <p:nvPr/>
        </p:nvSpPr>
        <p:spPr>
          <a:xfrm rot="9914711">
            <a:off x="1040130" y="4974818"/>
            <a:ext cx="106378" cy="0"/>
          </a:xfrm>
          <a:prstGeom prst="line">
            <a:avLst/>
          </a:prstGeom>
          <a:noFill/>
          <a:ln w="70853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7" name="Shape 525"/>
          <p:cNvSpPr/>
          <p:nvPr/>
        </p:nvSpPr>
        <p:spPr>
          <a:xfrm rot="9908017">
            <a:off x="937260" y="5001911"/>
            <a:ext cx="106433" cy="0"/>
          </a:xfrm>
          <a:prstGeom prst="line">
            <a:avLst/>
          </a:prstGeom>
          <a:noFill/>
          <a:ln w="64168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8" name="Shape 526"/>
          <p:cNvSpPr/>
          <p:nvPr/>
        </p:nvSpPr>
        <p:spPr>
          <a:xfrm rot="9904672">
            <a:off x="834390" y="5029218"/>
            <a:ext cx="106460" cy="0"/>
          </a:xfrm>
          <a:prstGeom prst="line">
            <a:avLst/>
          </a:prstGeom>
          <a:noFill/>
          <a:ln w="57484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9" name="Shape 527"/>
          <p:cNvSpPr/>
          <p:nvPr/>
        </p:nvSpPr>
        <p:spPr>
          <a:xfrm rot="-1863843">
            <a:off x="2377440" y="4663440"/>
            <a:ext cx="108880" cy="0"/>
          </a:xfrm>
          <a:prstGeom prst="line">
            <a:avLst/>
          </a:prstGeom>
          <a:noFill/>
          <a:ln w="177800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0" name="Shape 528"/>
          <p:cNvSpPr/>
          <p:nvPr/>
        </p:nvSpPr>
        <p:spPr>
          <a:xfrm rot="-1757251">
            <a:off x="2470706" y="4607258"/>
            <a:ext cx="110757" cy="0"/>
          </a:xfrm>
          <a:prstGeom prst="line">
            <a:avLst/>
          </a:prstGeom>
          <a:noFill/>
          <a:ln w="172357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1" name="Shape 529"/>
          <p:cNvSpPr/>
          <p:nvPr/>
        </p:nvSpPr>
        <p:spPr>
          <a:xfrm rot="-1658471">
            <a:off x="2567305" y="4553077"/>
            <a:ext cx="112270" cy="0"/>
          </a:xfrm>
          <a:prstGeom prst="line">
            <a:avLst/>
          </a:prstGeom>
          <a:noFill/>
          <a:ln w="166914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2" name="Shape 530"/>
          <p:cNvSpPr/>
          <p:nvPr/>
        </p:nvSpPr>
        <p:spPr>
          <a:xfrm rot="-1566140">
            <a:off x="2666762" y="4500991"/>
            <a:ext cx="113404" cy="0"/>
          </a:xfrm>
          <a:prstGeom prst="line">
            <a:avLst/>
          </a:prstGeom>
          <a:noFill/>
          <a:ln w="161471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3" name="Shape 531"/>
          <p:cNvSpPr/>
          <p:nvPr/>
        </p:nvSpPr>
        <p:spPr>
          <a:xfrm rot="-1479062">
            <a:off x="2768600" y="4451096"/>
            <a:ext cx="114146" cy="0"/>
          </a:xfrm>
          <a:prstGeom prst="line">
            <a:avLst/>
          </a:prstGeom>
          <a:noFill/>
          <a:ln w="156029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4" name="Shape 532"/>
          <p:cNvSpPr/>
          <p:nvPr/>
        </p:nvSpPr>
        <p:spPr>
          <a:xfrm rot="-1396172">
            <a:off x="2872343" y="4403487"/>
            <a:ext cx="114484" cy="0"/>
          </a:xfrm>
          <a:prstGeom prst="line">
            <a:avLst/>
          </a:prstGeom>
          <a:noFill/>
          <a:ln w="150586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5" name="Shape 533"/>
          <p:cNvSpPr/>
          <p:nvPr/>
        </p:nvSpPr>
        <p:spPr>
          <a:xfrm rot="-1316499">
            <a:off x="2977515" y="4358259"/>
            <a:ext cx="114412" cy="0"/>
          </a:xfrm>
          <a:prstGeom prst="line">
            <a:avLst/>
          </a:prstGeom>
          <a:noFill/>
          <a:ln w="145143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6" name="Shape 534"/>
          <p:cNvSpPr/>
          <p:nvPr/>
        </p:nvSpPr>
        <p:spPr>
          <a:xfrm rot="-1239138">
            <a:off x="3083639" y="4315508"/>
            <a:ext cx="113921" cy="0"/>
          </a:xfrm>
          <a:prstGeom prst="line">
            <a:avLst/>
          </a:prstGeom>
          <a:noFill/>
          <a:ln w="139700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7" name="Shape 535"/>
          <p:cNvSpPr/>
          <p:nvPr/>
        </p:nvSpPr>
        <p:spPr>
          <a:xfrm rot="-1163214">
            <a:off x="3190240" y="4275328"/>
            <a:ext cx="113008" cy="0"/>
          </a:xfrm>
          <a:prstGeom prst="line">
            <a:avLst/>
          </a:prstGeom>
          <a:noFill/>
          <a:ln w="134257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8" name="Shape 536"/>
          <p:cNvSpPr/>
          <p:nvPr/>
        </p:nvSpPr>
        <p:spPr>
          <a:xfrm rot="-1087861">
            <a:off x="3296841" y="4237815"/>
            <a:ext cx="111669" cy="0"/>
          </a:xfrm>
          <a:prstGeom prst="line">
            <a:avLst/>
          </a:prstGeom>
          <a:noFill/>
          <a:ln w="128814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9" name="Shape 537"/>
          <p:cNvSpPr/>
          <p:nvPr/>
        </p:nvSpPr>
        <p:spPr>
          <a:xfrm rot="-1012181">
            <a:off x="3402965" y="4203065"/>
            <a:ext cx="109901" cy="0"/>
          </a:xfrm>
          <a:prstGeom prst="line">
            <a:avLst/>
          </a:prstGeom>
          <a:noFill/>
          <a:ln w="123371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0" name="Shape 538"/>
          <p:cNvSpPr/>
          <p:nvPr/>
        </p:nvSpPr>
        <p:spPr>
          <a:xfrm rot="-935217">
            <a:off x="3508137" y="4171172"/>
            <a:ext cx="107704" cy="0"/>
          </a:xfrm>
          <a:prstGeom prst="line">
            <a:avLst/>
          </a:prstGeom>
          <a:noFill/>
          <a:ln w="117929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1" name="Shape 539"/>
          <p:cNvSpPr/>
          <p:nvPr/>
        </p:nvSpPr>
        <p:spPr>
          <a:xfrm rot="-773136">
            <a:off x="3611880" y="4142232"/>
            <a:ext cx="121008" cy="0"/>
          </a:xfrm>
          <a:prstGeom prst="line">
            <a:avLst/>
          </a:prstGeom>
          <a:noFill/>
          <a:ln w="107043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2" name="Shape 540"/>
          <p:cNvSpPr/>
          <p:nvPr/>
        </p:nvSpPr>
        <p:spPr>
          <a:xfrm rot="-770091">
            <a:off x="3729841" y="4115246"/>
            <a:ext cx="117137" cy="0"/>
          </a:xfrm>
          <a:prstGeom prst="line">
            <a:avLst/>
          </a:prstGeom>
          <a:noFill/>
          <a:ln w="101600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3" name="Shape 541"/>
          <p:cNvSpPr/>
          <p:nvPr/>
        </p:nvSpPr>
        <p:spPr>
          <a:xfrm rot="-760099">
            <a:off x="3844052" y="4089225"/>
            <a:ext cx="113766" cy="0"/>
          </a:xfrm>
          <a:prstGeom prst="line">
            <a:avLst/>
          </a:prstGeom>
          <a:noFill/>
          <a:ln w="96157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4" name="Shape 542"/>
          <p:cNvSpPr/>
          <p:nvPr/>
        </p:nvSpPr>
        <p:spPr>
          <a:xfrm rot="-742661">
            <a:off x="3955048" y="4064276"/>
            <a:ext cx="110895" cy="0"/>
          </a:xfrm>
          <a:prstGeom prst="line">
            <a:avLst/>
          </a:prstGeom>
          <a:noFill/>
          <a:ln w="90714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5" name="Shape 543"/>
          <p:cNvSpPr/>
          <p:nvPr/>
        </p:nvSpPr>
        <p:spPr>
          <a:xfrm rot="-717428">
            <a:off x="4063365" y="4040505"/>
            <a:ext cx="108529" cy="0"/>
          </a:xfrm>
          <a:prstGeom prst="line">
            <a:avLst/>
          </a:prstGeom>
          <a:noFill/>
          <a:ln w="85271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6" name="Shape 544"/>
          <p:cNvSpPr/>
          <p:nvPr/>
        </p:nvSpPr>
        <p:spPr>
          <a:xfrm rot="-684240">
            <a:off x="4169539" y="4018020"/>
            <a:ext cx="106673" cy="0"/>
          </a:xfrm>
          <a:prstGeom prst="line">
            <a:avLst/>
          </a:prstGeom>
          <a:noFill/>
          <a:ln w="79829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7" name="Shape 545"/>
          <p:cNvSpPr/>
          <p:nvPr/>
        </p:nvSpPr>
        <p:spPr>
          <a:xfrm rot="-643159">
            <a:off x="4274106" y="3996928"/>
            <a:ext cx="105333" cy="0"/>
          </a:xfrm>
          <a:prstGeom prst="line">
            <a:avLst/>
          </a:prstGeom>
          <a:noFill/>
          <a:ln w="74386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8" name="Shape 546"/>
          <p:cNvSpPr/>
          <p:nvPr/>
        </p:nvSpPr>
        <p:spPr>
          <a:xfrm rot="-594490">
            <a:off x="4377601" y="3977336"/>
            <a:ext cx="104518" cy="0"/>
          </a:xfrm>
          <a:prstGeom prst="line">
            <a:avLst/>
          </a:prstGeom>
          <a:noFill/>
          <a:ln w="68943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9" name="Shape 547"/>
          <p:cNvSpPr/>
          <p:nvPr/>
        </p:nvSpPr>
        <p:spPr>
          <a:xfrm rot="-1231604">
            <a:off x="3108960" y="5257800"/>
            <a:ext cx="117167" cy="0"/>
          </a:xfrm>
          <a:prstGeom prst="line">
            <a:avLst/>
          </a:prstGeom>
          <a:noFill/>
          <a:ln w="203200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0" name="Shape 548"/>
          <p:cNvSpPr/>
          <p:nvPr/>
        </p:nvSpPr>
        <p:spPr>
          <a:xfrm rot="-1221039">
            <a:off x="3218688" y="5216716"/>
            <a:ext cx="117033" cy="0"/>
          </a:xfrm>
          <a:prstGeom prst="line">
            <a:avLst/>
          </a:prstGeom>
          <a:noFill/>
          <a:ln w="189230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1" name="Shape 549"/>
          <p:cNvSpPr/>
          <p:nvPr/>
        </p:nvSpPr>
        <p:spPr>
          <a:xfrm rot="-1199837">
            <a:off x="3328416" y="5176016"/>
            <a:ext cx="116768" cy="0"/>
          </a:xfrm>
          <a:prstGeom prst="line">
            <a:avLst/>
          </a:prstGeom>
          <a:noFill/>
          <a:ln w="175260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2" name="Shape 550"/>
          <p:cNvSpPr/>
          <p:nvPr/>
        </p:nvSpPr>
        <p:spPr>
          <a:xfrm rot="-1167855">
            <a:off x="3438144" y="5136084"/>
            <a:ext cx="116379" cy="0"/>
          </a:xfrm>
          <a:prstGeom prst="line">
            <a:avLst/>
          </a:prstGeom>
          <a:noFill/>
          <a:ln w="161290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3" name="Shape 551"/>
          <p:cNvSpPr/>
          <p:nvPr/>
        </p:nvSpPr>
        <p:spPr>
          <a:xfrm rot="-1124884">
            <a:off x="3547872" y="5097305"/>
            <a:ext cx="115876" cy="0"/>
          </a:xfrm>
          <a:prstGeom prst="line">
            <a:avLst/>
          </a:prstGeom>
          <a:noFill/>
          <a:ln w="147320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4" name="Shape 552"/>
          <p:cNvSpPr/>
          <p:nvPr/>
        </p:nvSpPr>
        <p:spPr>
          <a:xfrm rot="-1070654">
            <a:off x="3657600" y="5060061"/>
            <a:ext cx="115273" cy="0"/>
          </a:xfrm>
          <a:prstGeom prst="line">
            <a:avLst/>
          </a:prstGeom>
          <a:noFill/>
          <a:ln w="133350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5" name="Shape 553"/>
          <p:cNvSpPr/>
          <p:nvPr/>
        </p:nvSpPr>
        <p:spPr>
          <a:xfrm rot="-1004845">
            <a:off x="3767328" y="5024738"/>
            <a:ext cx="114588" cy="0"/>
          </a:xfrm>
          <a:prstGeom prst="line">
            <a:avLst/>
          </a:prstGeom>
          <a:noFill/>
          <a:ln w="119380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6" name="Shape 554"/>
          <p:cNvSpPr/>
          <p:nvPr/>
        </p:nvSpPr>
        <p:spPr>
          <a:xfrm rot="-927101">
            <a:off x="3877056" y="4991719"/>
            <a:ext cx="113843" cy="0"/>
          </a:xfrm>
          <a:prstGeom prst="line">
            <a:avLst/>
          </a:prstGeom>
          <a:noFill/>
          <a:ln w="105410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7" name="Shape 555"/>
          <p:cNvSpPr/>
          <p:nvPr/>
        </p:nvSpPr>
        <p:spPr>
          <a:xfrm rot="-837050">
            <a:off x="3986784" y="4961388"/>
            <a:ext cx="113063" cy="0"/>
          </a:xfrm>
          <a:prstGeom prst="line">
            <a:avLst/>
          </a:prstGeom>
          <a:noFill/>
          <a:ln w="91440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8" name="Shape 556"/>
          <p:cNvSpPr/>
          <p:nvPr/>
        </p:nvSpPr>
        <p:spPr>
          <a:xfrm rot="-734328">
            <a:off x="4096512" y="4934130"/>
            <a:ext cx="112280" cy="0"/>
          </a:xfrm>
          <a:prstGeom prst="line">
            <a:avLst/>
          </a:prstGeom>
          <a:noFill/>
          <a:ln w="77470">
            <a:solidFill>
              <a:srgbClr val="E74C3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9" name="Shape 557"/>
          <p:cNvSpPr/>
          <p:nvPr/>
        </p:nvSpPr>
        <p:spPr>
          <a:xfrm rot="-8745221">
            <a:off x="2103120" y="4617720"/>
            <a:ext cx="78611" cy="0"/>
          </a:xfrm>
          <a:prstGeom prst="line">
            <a:avLst/>
          </a:prstGeom>
          <a:noFill/>
          <a:ln w="127000">
            <a:solidFill>
              <a:srgbClr val="F0C04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0" name="Shape 558"/>
          <p:cNvSpPr/>
          <p:nvPr/>
        </p:nvSpPr>
        <p:spPr>
          <a:xfrm rot="-8684704">
            <a:off x="2038138" y="4573482"/>
            <a:ext cx="71800" cy="0"/>
          </a:xfrm>
          <a:prstGeom prst="line">
            <a:avLst/>
          </a:prstGeom>
          <a:noFill/>
          <a:ln w="116417">
            <a:solidFill>
              <a:srgbClr val="F0C04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1" name="Shape 559"/>
          <p:cNvSpPr/>
          <p:nvPr/>
        </p:nvSpPr>
        <p:spPr>
          <a:xfrm rot="-8640136">
            <a:off x="1979507" y="4532037"/>
            <a:ext cx="66192" cy="0"/>
          </a:xfrm>
          <a:prstGeom prst="line">
            <a:avLst/>
          </a:prstGeom>
          <a:noFill/>
          <a:ln w="105833">
            <a:solidFill>
              <a:srgbClr val="F0C04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2" name="Shape 560"/>
          <p:cNvSpPr/>
          <p:nvPr/>
        </p:nvSpPr>
        <p:spPr>
          <a:xfrm rot="-8618436">
            <a:off x="1925955" y="4493133"/>
            <a:ext cx="61767" cy="0"/>
          </a:xfrm>
          <a:prstGeom prst="line">
            <a:avLst/>
          </a:prstGeom>
          <a:noFill/>
          <a:ln w="95250">
            <a:solidFill>
              <a:srgbClr val="F0C04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3" name="Shape 561"/>
          <p:cNvSpPr/>
          <p:nvPr/>
        </p:nvSpPr>
        <p:spPr>
          <a:xfrm rot="-8626107">
            <a:off x="1876213" y="4456515"/>
            <a:ext cx="58517" cy="0"/>
          </a:xfrm>
          <a:prstGeom prst="line">
            <a:avLst/>
          </a:prstGeom>
          <a:noFill/>
          <a:ln w="84667">
            <a:solidFill>
              <a:srgbClr val="F0C04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4" name="Shape 562"/>
          <p:cNvSpPr/>
          <p:nvPr/>
        </p:nvSpPr>
        <p:spPr>
          <a:xfrm rot="-8667739">
            <a:off x="1829012" y="4421928"/>
            <a:ext cx="56446" cy="0"/>
          </a:xfrm>
          <a:prstGeom prst="line">
            <a:avLst/>
          </a:prstGeom>
          <a:noFill/>
          <a:ln w="74083">
            <a:solidFill>
              <a:srgbClr val="F0C04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5" name="Shape 563"/>
          <p:cNvSpPr/>
          <p:nvPr/>
        </p:nvSpPr>
        <p:spPr>
          <a:xfrm>
            <a:off x="1463040" y="4133088"/>
            <a:ext cx="768096" cy="640080"/>
          </a:xfrm>
          <a:prstGeom prst="ellipse">
            <a:avLst/>
          </a:prstGeom>
          <a:solidFill>
            <a:srgbClr val="FDEBD0">
              <a:alpha val="60000"/>
            </a:srgbClr>
          </a:solidFill>
          <a:ln w="10160">
            <a:solidFill>
              <a:srgbClr val="D4A017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6" name="Text 564"/>
          <p:cNvSpPr/>
          <p:nvPr/>
        </p:nvSpPr>
        <p:spPr>
          <a:xfrm>
            <a:off x="1499616" y="4791456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</a:t>
            </a:r>
            <a:endParaRPr lang="en-US" sz="650" dirty="0"/>
          </a:p>
          <a:p>
            <a:pPr marL="0" indent="0" algn="ctr">
              <a:buNone/>
            </a:pPr>
            <a:r>
              <a:rPr lang="en-US" sz="650" i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z-depths</a:t>
            </a:r>
            <a:endParaRPr lang="en-US" sz="650" dirty="0"/>
          </a:p>
        </p:txBody>
      </p:sp>
      <p:sp>
        <p:nvSpPr>
          <p:cNvPr id="567" name="Shape 565"/>
          <p:cNvSpPr/>
          <p:nvPr/>
        </p:nvSpPr>
        <p:spPr>
          <a:xfrm>
            <a:off x="731520" y="5824728"/>
            <a:ext cx="365760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D5DB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8" name="Shape 566"/>
          <p:cNvSpPr/>
          <p:nvPr/>
        </p:nvSpPr>
        <p:spPr>
          <a:xfrm>
            <a:off x="914400" y="5952744"/>
            <a:ext cx="274320" cy="0"/>
          </a:xfrm>
          <a:prstGeom prst="line">
            <a:avLst/>
          </a:prstGeom>
          <a:noFill/>
          <a:ln w="508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9" name="Text 567"/>
          <p:cNvSpPr/>
          <p:nvPr/>
        </p:nvSpPr>
        <p:spPr>
          <a:xfrm>
            <a:off x="1234440" y="584301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</a:t>
            </a:r>
            <a:endParaRPr lang="en-US" sz="750" dirty="0"/>
          </a:p>
        </p:txBody>
      </p:sp>
      <p:sp>
        <p:nvSpPr>
          <p:cNvPr id="570" name="Shape 568"/>
          <p:cNvSpPr/>
          <p:nvPr/>
        </p:nvSpPr>
        <p:spPr>
          <a:xfrm>
            <a:off x="1783080" y="5952744"/>
            <a:ext cx="274320" cy="0"/>
          </a:xfrm>
          <a:prstGeom prst="line">
            <a:avLst/>
          </a:prstGeom>
          <a:noFill/>
          <a:ln w="508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1" name="Text 569"/>
          <p:cNvSpPr/>
          <p:nvPr/>
        </p:nvSpPr>
        <p:spPr>
          <a:xfrm>
            <a:off x="2103120" y="584301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</a:t>
            </a:r>
            <a:endParaRPr lang="en-US" sz="750" dirty="0"/>
          </a:p>
        </p:txBody>
      </p:sp>
      <p:sp>
        <p:nvSpPr>
          <p:cNvPr id="572" name="Shape 570"/>
          <p:cNvSpPr/>
          <p:nvPr/>
        </p:nvSpPr>
        <p:spPr>
          <a:xfrm>
            <a:off x="2651760" y="5952744"/>
            <a:ext cx="274320" cy="0"/>
          </a:xfrm>
          <a:prstGeom prst="line">
            <a:avLst/>
          </a:prstGeom>
          <a:noFill/>
          <a:ln w="508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3" name="Text 571"/>
          <p:cNvSpPr/>
          <p:nvPr/>
        </p:nvSpPr>
        <p:spPr>
          <a:xfrm>
            <a:off x="2971800" y="5843016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47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</a:t>
            </a:r>
            <a:endParaRPr lang="en-US" sz="750" dirty="0"/>
          </a:p>
        </p:txBody>
      </p:sp>
      <p:sp>
        <p:nvSpPr>
          <p:cNvPr id="574" name="Text 572"/>
          <p:cNvSpPr/>
          <p:nvPr/>
        </p:nvSpPr>
        <p:spPr>
          <a:xfrm>
            <a:off x="3291840" y="58430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Deep    Shallow →</a:t>
            </a:r>
            <a:endParaRPr lang="en-US" sz="600" dirty="0"/>
          </a:p>
        </p:txBody>
      </p:sp>
      <p:sp>
        <p:nvSpPr>
          <p:cNvPr id="575" name="Shape 573"/>
          <p:cNvSpPr/>
          <p:nvPr/>
        </p:nvSpPr>
        <p:spPr>
          <a:xfrm rot="-5858152">
            <a:off x="7680960" y="6080760"/>
            <a:ext cx="56687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6" name="Shape 574"/>
          <p:cNvSpPr/>
          <p:nvPr/>
        </p:nvSpPr>
        <p:spPr>
          <a:xfrm rot="-5914288">
            <a:off x="7673428" y="6024576"/>
            <a:ext cx="59281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7" name="Shape 575"/>
          <p:cNvSpPr/>
          <p:nvPr/>
        </p:nvSpPr>
        <p:spPr>
          <a:xfrm rot="-5964749">
            <a:off x="7664592" y="5965957"/>
            <a:ext cx="61574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8" name="Shape 576"/>
          <p:cNvSpPr/>
          <p:nvPr/>
        </p:nvSpPr>
        <p:spPr>
          <a:xfrm rot="-6010882">
            <a:off x="7654522" y="5905212"/>
            <a:ext cx="63563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9" name="Shape 577"/>
          <p:cNvSpPr/>
          <p:nvPr/>
        </p:nvSpPr>
        <p:spPr>
          <a:xfrm rot="-6053734">
            <a:off x="7643287" y="5842650"/>
            <a:ext cx="65247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0" name="Shape 578"/>
          <p:cNvSpPr/>
          <p:nvPr/>
        </p:nvSpPr>
        <p:spPr>
          <a:xfrm rot="-6094153">
            <a:off x="7630954" y="5778579"/>
            <a:ext cx="66625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1" name="Shape 579"/>
          <p:cNvSpPr/>
          <p:nvPr/>
        </p:nvSpPr>
        <p:spPr>
          <a:xfrm rot="-6132841">
            <a:off x="7617592" y="5713308"/>
            <a:ext cx="67695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2" name="Shape 580"/>
          <p:cNvSpPr/>
          <p:nvPr/>
        </p:nvSpPr>
        <p:spPr>
          <a:xfrm rot="-6170406">
            <a:off x="7603270" y="5647146"/>
            <a:ext cx="68457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3" name="Shape 581"/>
          <p:cNvSpPr/>
          <p:nvPr/>
        </p:nvSpPr>
        <p:spPr>
          <a:xfrm rot="-6207393">
            <a:off x="7588057" y="5580400"/>
            <a:ext cx="68912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4" name="Shape 582"/>
          <p:cNvSpPr/>
          <p:nvPr/>
        </p:nvSpPr>
        <p:spPr>
          <a:xfrm rot="-6244314">
            <a:off x="7572021" y="5513381"/>
            <a:ext cx="69058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5" name="Shape 583"/>
          <p:cNvSpPr/>
          <p:nvPr/>
        </p:nvSpPr>
        <p:spPr>
          <a:xfrm rot="-6281667">
            <a:off x="7555230" y="5446395"/>
            <a:ext cx="68896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6" name="Shape 584"/>
          <p:cNvSpPr/>
          <p:nvPr/>
        </p:nvSpPr>
        <p:spPr>
          <a:xfrm rot="-6319966">
            <a:off x="7537754" y="5379752"/>
            <a:ext cx="68427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7" name="Shape 585"/>
          <p:cNvSpPr/>
          <p:nvPr/>
        </p:nvSpPr>
        <p:spPr>
          <a:xfrm rot="-6359756">
            <a:off x="7519660" y="5313761"/>
            <a:ext cx="67650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8" name="Shape 586"/>
          <p:cNvSpPr/>
          <p:nvPr/>
        </p:nvSpPr>
        <p:spPr>
          <a:xfrm rot="-6401644">
            <a:off x="7501018" y="5248730"/>
            <a:ext cx="66568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9" name="Shape 587"/>
          <p:cNvSpPr/>
          <p:nvPr/>
        </p:nvSpPr>
        <p:spPr>
          <a:xfrm rot="-6446330">
            <a:off x="7481895" y="5184968"/>
            <a:ext cx="65181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0" name="Shape 588"/>
          <p:cNvSpPr/>
          <p:nvPr/>
        </p:nvSpPr>
        <p:spPr>
          <a:xfrm rot="-6494648">
            <a:off x="7462361" y="5122783"/>
            <a:ext cx="63491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1" name="Shape 589"/>
          <p:cNvSpPr/>
          <p:nvPr/>
        </p:nvSpPr>
        <p:spPr>
          <a:xfrm rot="-6547618">
            <a:off x="7442484" y="5062484"/>
            <a:ext cx="61499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2" name="Shape 590"/>
          <p:cNvSpPr/>
          <p:nvPr/>
        </p:nvSpPr>
        <p:spPr>
          <a:xfrm rot="-6606527">
            <a:off x="7422333" y="5004380"/>
            <a:ext cx="59211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3" name="Shape 591"/>
          <p:cNvSpPr/>
          <p:nvPr/>
        </p:nvSpPr>
        <p:spPr>
          <a:xfrm rot="-6673036">
            <a:off x="7401977" y="4948779"/>
            <a:ext cx="56628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4" name="Shape 592"/>
          <p:cNvSpPr/>
          <p:nvPr/>
        </p:nvSpPr>
        <p:spPr>
          <a:xfrm rot="-6749348">
            <a:off x="7381483" y="4895989"/>
            <a:ext cx="53757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5" name="Shape 593"/>
          <p:cNvSpPr/>
          <p:nvPr/>
        </p:nvSpPr>
        <p:spPr>
          <a:xfrm rot="-6822757">
            <a:off x="7360920" y="4846320"/>
            <a:ext cx="74867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6" name="Shape 594"/>
          <p:cNvSpPr/>
          <p:nvPr/>
        </p:nvSpPr>
        <p:spPr>
          <a:xfrm rot="-6889112">
            <a:off x="7330812" y="4777773"/>
            <a:ext cx="75301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7" name="Shape 595"/>
          <p:cNvSpPr/>
          <p:nvPr/>
        </p:nvSpPr>
        <p:spPr>
          <a:xfrm rot="-6962741">
            <a:off x="7299205" y="4709427"/>
            <a:ext cx="75627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8" name="Shape 596"/>
          <p:cNvSpPr/>
          <p:nvPr/>
        </p:nvSpPr>
        <p:spPr>
          <a:xfrm rot="-7043883">
            <a:off x="7265998" y="4641480"/>
            <a:ext cx="75856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9" name="Shape 597"/>
          <p:cNvSpPr/>
          <p:nvPr/>
        </p:nvSpPr>
        <p:spPr>
          <a:xfrm rot="-7132808">
            <a:off x="7231091" y="4574133"/>
            <a:ext cx="75999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0" name="Shape 598"/>
          <p:cNvSpPr/>
          <p:nvPr/>
        </p:nvSpPr>
        <p:spPr>
          <a:xfrm rot="-7229803">
            <a:off x="7194385" y="4507585"/>
            <a:ext cx="76071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1" name="Shape 599"/>
          <p:cNvSpPr/>
          <p:nvPr/>
        </p:nvSpPr>
        <p:spPr>
          <a:xfrm rot="-7335165">
            <a:off x="7155780" y="4442038"/>
            <a:ext cx="76088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2" name="Shape 600"/>
          <p:cNvSpPr/>
          <p:nvPr/>
        </p:nvSpPr>
        <p:spPr>
          <a:xfrm rot="-7449181">
            <a:off x="7115175" y="4377690"/>
            <a:ext cx="76067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3" name="Shape 601"/>
          <p:cNvSpPr/>
          <p:nvPr/>
        </p:nvSpPr>
        <p:spPr>
          <a:xfrm rot="-7572111">
            <a:off x="7072471" y="4314742"/>
            <a:ext cx="76026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4" name="Shape 602"/>
          <p:cNvSpPr/>
          <p:nvPr/>
        </p:nvSpPr>
        <p:spPr>
          <a:xfrm rot="-7704167">
            <a:off x="7027567" y="4253393"/>
            <a:ext cx="75988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5" name="Shape 603"/>
          <p:cNvSpPr/>
          <p:nvPr/>
        </p:nvSpPr>
        <p:spPr>
          <a:xfrm rot="-7845482">
            <a:off x="6980364" y="4193844"/>
            <a:ext cx="75976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6" name="Shape 604"/>
          <p:cNvSpPr/>
          <p:nvPr/>
        </p:nvSpPr>
        <p:spPr>
          <a:xfrm rot="-7996084">
            <a:off x="6930762" y="4136294"/>
            <a:ext cx="76015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7" name="Shape 605"/>
          <p:cNvSpPr/>
          <p:nvPr/>
        </p:nvSpPr>
        <p:spPr>
          <a:xfrm rot="-8155863">
            <a:off x="6878661" y="4080943"/>
            <a:ext cx="76131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8" name="Shape 606"/>
          <p:cNvSpPr/>
          <p:nvPr/>
        </p:nvSpPr>
        <p:spPr>
          <a:xfrm rot="-8324540">
            <a:off x="6823960" y="4027992"/>
            <a:ext cx="76355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9" name="Shape 607"/>
          <p:cNvSpPr/>
          <p:nvPr/>
        </p:nvSpPr>
        <p:spPr>
          <a:xfrm rot="-9005476">
            <a:off x="6766560" y="3977640"/>
            <a:ext cx="79014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0" name="Shape 608"/>
          <p:cNvSpPr/>
          <p:nvPr/>
        </p:nvSpPr>
        <p:spPr>
          <a:xfrm rot="-9134934">
            <a:off x="6698069" y="3938242"/>
            <a:ext cx="76787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1" name="Shape 609"/>
          <p:cNvSpPr/>
          <p:nvPr/>
        </p:nvSpPr>
        <p:spPr>
          <a:xfrm rot="-9270204">
            <a:off x="6630114" y="3902488"/>
            <a:ext cx="74100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2" name="Shape 610"/>
          <p:cNvSpPr/>
          <p:nvPr/>
        </p:nvSpPr>
        <p:spPr>
          <a:xfrm rot="-9414788">
            <a:off x="6563231" y="3870591"/>
            <a:ext cx="70959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3" name="Shape 611"/>
          <p:cNvSpPr/>
          <p:nvPr/>
        </p:nvSpPr>
        <p:spPr>
          <a:xfrm rot="-9573143">
            <a:off x="6497955" y="3842766"/>
            <a:ext cx="67378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4" name="Shape 612"/>
          <p:cNvSpPr/>
          <p:nvPr/>
        </p:nvSpPr>
        <p:spPr>
          <a:xfrm rot="-9751188">
            <a:off x="6434822" y="3819227"/>
            <a:ext cx="63381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5" name="Shape 613"/>
          <p:cNvSpPr/>
          <p:nvPr/>
        </p:nvSpPr>
        <p:spPr>
          <a:xfrm rot="-9957068">
            <a:off x="6374368" y="3800189"/>
            <a:ext cx="59004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6" name="Shape 614"/>
          <p:cNvSpPr/>
          <p:nvPr/>
        </p:nvSpPr>
        <p:spPr>
          <a:xfrm rot="-10202337">
            <a:off x="6317129" y="3785866"/>
            <a:ext cx="54307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7" name="Shape 615"/>
          <p:cNvSpPr/>
          <p:nvPr/>
        </p:nvSpPr>
        <p:spPr>
          <a:xfrm rot="-2128038">
            <a:off x="7360920" y="4846320"/>
            <a:ext cx="86721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8" name="Shape 616"/>
          <p:cNvSpPr/>
          <p:nvPr/>
        </p:nvSpPr>
        <p:spPr>
          <a:xfrm rot="-2116433">
            <a:off x="7431549" y="4796001"/>
            <a:ext cx="91289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9" name="Shape 617"/>
          <p:cNvSpPr/>
          <p:nvPr/>
        </p:nvSpPr>
        <p:spPr>
          <a:xfrm rot="-2100358">
            <a:off x="7506078" y="4743283"/>
            <a:ext cx="95383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0" name="Shape 618"/>
          <p:cNvSpPr/>
          <p:nvPr/>
        </p:nvSpPr>
        <p:spPr>
          <a:xfrm rot="-2080136">
            <a:off x="7584205" y="4688566"/>
            <a:ext cx="99004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1" name="Shape 619"/>
          <p:cNvSpPr/>
          <p:nvPr/>
        </p:nvSpPr>
        <p:spPr>
          <a:xfrm rot="-2055928">
            <a:off x="7665631" y="4632249"/>
            <a:ext cx="102156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2" name="Shape 620"/>
          <p:cNvSpPr/>
          <p:nvPr/>
        </p:nvSpPr>
        <p:spPr>
          <a:xfrm rot="-2027768">
            <a:off x="7750057" y="4574733"/>
            <a:ext cx="104840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3" name="Shape 621"/>
          <p:cNvSpPr/>
          <p:nvPr/>
        </p:nvSpPr>
        <p:spPr>
          <a:xfrm rot="-1995585">
            <a:off x="7837181" y="4516416"/>
            <a:ext cx="107061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4" name="Shape 622"/>
          <p:cNvSpPr/>
          <p:nvPr/>
        </p:nvSpPr>
        <p:spPr>
          <a:xfrm rot="-1959212">
            <a:off x="7926705" y="4457700"/>
            <a:ext cx="108823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5" name="Shape 623"/>
          <p:cNvSpPr/>
          <p:nvPr/>
        </p:nvSpPr>
        <p:spPr>
          <a:xfrm rot="-1918393">
            <a:off x="8018328" y="4398984"/>
            <a:ext cx="110130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6" name="Shape 624"/>
          <p:cNvSpPr/>
          <p:nvPr/>
        </p:nvSpPr>
        <p:spPr>
          <a:xfrm rot="-1872783">
            <a:off x="8111751" y="4340667"/>
            <a:ext cx="110988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7" name="Shape 625"/>
          <p:cNvSpPr/>
          <p:nvPr/>
        </p:nvSpPr>
        <p:spPr>
          <a:xfrm rot="-1821937">
            <a:off x="8206673" y="4283151"/>
            <a:ext cx="111405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8" name="Shape 626"/>
          <p:cNvSpPr/>
          <p:nvPr/>
        </p:nvSpPr>
        <p:spPr>
          <a:xfrm rot="-1765303">
            <a:off x="8302795" y="4226834"/>
            <a:ext cx="111388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9" name="Shape 627"/>
          <p:cNvSpPr/>
          <p:nvPr/>
        </p:nvSpPr>
        <p:spPr>
          <a:xfrm rot="-1702206">
            <a:off x="8399817" y="4172117"/>
            <a:ext cx="110947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0" name="Shape 628"/>
          <p:cNvSpPr/>
          <p:nvPr/>
        </p:nvSpPr>
        <p:spPr>
          <a:xfrm rot="-1631830">
            <a:off x="8497439" y="4119399"/>
            <a:ext cx="110093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1" name="Shape 629"/>
          <p:cNvSpPr/>
          <p:nvPr/>
        </p:nvSpPr>
        <p:spPr>
          <a:xfrm rot="-1282282">
            <a:off x="8595360" y="4069080"/>
            <a:ext cx="110466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2" name="Shape 630"/>
          <p:cNvSpPr/>
          <p:nvPr/>
        </p:nvSpPr>
        <p:spPr>
          <a:xfrm rot="-1226031">
            <a:off x="8698230" y="4028825"/>
            <a:ext cx="109778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3" name="Shape 631"/>
          <p:cNvSpPr/>
          <p:nvPr/>
        </p:nvSpPr>
        <p:spPr>
          <a:xfrm rot="-1162717">
            <a:off x="8801100" y="3990499"/>
            <a:ext cx="109048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4" name="Shape 632"/>
          <p:cNvSpPr/>
          <p:nvPr/>
        </p:nvSpPr>
        <p:spPr>
          <a:xfrm rot="-1092112">
            <a:off x="8903970" y="3954316"/>
            <a:ext cx="108289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5" name="Shape 633"/>
          <p:cNvSpPr/>
          <p:nvPr/>
        </p:nvSpPr>
        <p:spPr>
          <a:xfrm rot="-1013988">
            <a:off x="9006840" y="3920490"/>
            <a:ext cx="107513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6" name="Shape 634"/>
          <p:cNvSpPr/>
          <p:nvPr/>
        </p:nvSpPr>
        <p:spPr>
          <a:xfrm rot="-928121">
            <a:off x="9109710" y="3889236"/>
            <a:ext cx="106736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7" name="Shape 635"/>
          <p:cNvSpPr/>
          <p:nvPr/>
        </p:nvSpPr>
        <p:spPr>
          <a:xfrm rot="-834306">
            <a:off x="9212580" y="3860768"/>
            <a:ext cx="105976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8" name="Shape 636"/>
          <p:cNvSpPr/>
          <p:nvPr/>
        </p:nvSpPr>
        <p:spPr>
          <a:xfrm rot="-732367">
            <a:off x="9315450" y="3835301"/>
            <a:ext cx="105249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9" name="Shape 637"/>
          <p:cNvSpPr/>
          <p:nvPr/>
        </p:nvSpPr>
        <p:spPr>
          <a:xfrm rot="8657599">
            <a:off x="6766560" y="3977640"/>
            <a:ext cx="84457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0" name="Shape 638"/>
          <p:cNvSpPr/>
          <p:nvPr/>
        </p:nvSpPr>
        <p:spPr>
          <a:xfrm rot="8803507">
            <a:off x="6697980" y="4026932"/>
            <a:ext cx="82029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1" name="Shape 639"/>
          <p:cNvSpPr/>
          <p:nvPr/>
        </p:nvSpPr>
        <p:spPr>
          <a:xfrm rot="8958017">
            <a:off x="6629400" y="4071938"/>
            <a:ext cx="79758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2" name="Shape 640"/>
          <p:cNvSpPr/>
          <p:nvPr/>
        </p:nvSpPr>
        <p:spPr>
          <a:xfrm rot="9121232">
            <a:off x="6560820" y="4112657"/>
            <a:ext cx="77657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3" name="Shape 641"/>
          <p:cNvSpPr/>
          <p:nvPr/>
        </p:nvSpPr>
        <p:spPr>
          <a:xfrm rot="9293110">
            <a:off x="6492240" y="4149090"/>
            <a:ext cx="75741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4" name="Shape 642"/>
          <p:cNvSpPr/>
          <p:nvPr/>
        </p:nvSpPr>
        <p:spPr>
          <a:xfrm rot="9473433">
            <a:off x="6423660" y="4181237"/>
            <a:ext cx="74023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5" name="Shape 643"/>
          <p:cNvSpPr/>
          <p:nvPr/>
        </p:nvSpPr>
        <p:spPr>
          <a:xfrm rot="9661776">
            <a:off x="6355080" y="4209098"/>
            <a:ext cx="72519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6" name="Shape 644"/>
          <p:cNvSpPr/>
          <p:nvPr/>
        </p:nvSpPr>
        <p:spPr>
          <a:xfrm rot="9857482">
            <a:off x="6286500" y="4232672"/>
            <a:ext cx="71241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7" name="Shape 645"/>
          <p:cNvSpPr/>
          <p:nvPr/>
        </p:nvSpPr>
        <p:spPr>
          <a:xfrm rot="-4704469">
            <a:off x="8138160" y="4297680"/>
            <a:ext cx="85322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8" name="Shape 646"/>
          <p:cNvSpPr/>
          <p:nvPr/>
        </p:nvSpPr>
        <p:spPr>
          <a:xfrm rot="-4667972">
            <a:off x="8155305" y="4214098"/>
            <a:ext cx="81128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9" name="Shape 647"/>
          <p:cNvSpPr/>
          <p:nvPr/>
        </p:nvSpPr>
        <p:spPr>
          <a:xfrm rot="-4627500">
            <a:off x="8172450" y="4134803"/>
            <a:ext cx="76944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0" name="Shape 648"/>
          <p:cNvSpPr/>
          <p:nvPr/>
        </p:nvSpPr>
        <p:spPr>
          <a:xfrm rot="-4582380">
            <a:off x="8189595" y="4059793"/>
            <a:ext cx="72772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1" name="Shape 649"/>
          <p:cNvSpPr/>
          <p:nvPr/>
        </p:nvSpPr>
        <p:spPr>
          <a:xfrm rot="-4531782">
            <a:off x="8206740" y="3989070"/>
            <a:ext cx="68613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2" name="Shape 650"/>
          <p:cNvSpPr/>
          <p:nvPr/>
        </p:nvSpPr>
        <p:spPr>
          <a:xfrm rot="-4474670">
            <a:off x="8223885" y="3922633"/>
            <a:ext cx="64472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3" name="Shape 651"/>
          <p:cNvSpPr/>
          <p:nvPr/>
        </p:nvSpPr>
        <p:spPr>
          <a:xfrm rot="-4409738">
            <a:off x="8241030" y="3860483"/>
            <a:ext cx="60351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4" name="Shape 652"/>
          <p:cNvSpPr/>
          <p:nvPr/>
        </p:nvSpPr>
        <p:spPr>
          <a:xfrm rot="-4335320">
            <a:off x="8258175" y="3802618"/>
            <a:ext cx="56254" cy="0"/>
          </a:xfrm>
          <a:prstGeom prst="line">
            <a:avLst/>
          </a:prstGeom>
          <a:noFill/>
          <a:ln w="381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5" name="Shape 653"/>
          <p:cNvSpPr/>
          <p:nvPr/>
        </p:nvSpPr>
        <p:spPr>
          <a:xfrm rot="-6699575">
            <a:off x="9144000" y="6080760"/>
            <a:ext cx="66460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6" name="Shape 654"/>
          <p:cNvSpPr/>
          <p:nvPr/>
        </p:nvSpPr>
        <p:spPr>
          <a:xfrm rot="-6822969">
            <a:off x="9119470" y="6018993"/>
            <a:ext cx="69058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7" name="Shape 655"/>
          <p:cNvSpPr/>
          <p:nvPr/>
        </p:nvSpPr>
        <p:spPr>
          <a:xfrm rot="-6936053">
            <a:off x="9091695" y="5955767"/>
            <a:ext cx="71465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8" name="Shape 656"/>
          <p:cNvSpPr/>
          <p:nvPr/>
        </p:nvSpPr>
        <p:spPr>
          <a:xfrm rot="-7040858">
            <a:off x="9060815" y="5891318"/>
            <a:ext cx="73670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9" name="Shape 657"/>
          <p:cNvSpPr/>
          <p:nvPr/>
        </p:nvSpPr>
        <p:spPr>
          <a:xfrm rot="-7139056">
            <a:off x="9026972" y="5825882"/>
            <a:ext cx="75666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0" name="Shape 658"/>
          <p:cNvSpPr/>
          <p:nvPr/>
        </p:nvSpPr>
        <p:spPr>
          <a:xfrm rot="-7232044">
            <a:off x="8990306" y="5759693"/>
            <a:ext cx="77446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1" name="Shape 659"/>
          <p:cNvSpPr/>
          <p:nvPr/>
        </p:nvSpPr>
        <p:spPr>
          <a:xfrm rot="-7321010">
            <a:off x="8950960" y="5692987"/>
            <a:ext cx="79006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2" name="Shape 660"/>
          <p:cNvSpPr/>
          <p:nvPr/>
        </p:nvSpPr>
        <p:spPr>
          <a:xfrm rot="-7406984">
            <a:off x="8909074" y="5625998"/>
            <a:ext cx="80343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3" name="Shape 661"/>
          <p:cNvSpPr/>
          <p:nvPr/>
        </p:nvSpPr>
        <p:spPr>
          <a:xfrm rot="-7490875">
            <a:off x="8864788" y="5558962"/>
            <a:ext cx="81455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4" name="Shape 662"/>
          <p:cNvSpPr/>
          <p:nvPr/>
        </p:nvSpPr>
        <p:spPr>
          <a:xfrm rot="-7573506">
            <a:off x="8818245" y="5492115"/>
            <a:ext cx="82340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5" name="Shape 663"/>
          <p:cNvSpPr/>
          <p:nvPr/>
        </p:nvSpPr>
        <p:spPr>
          <a:xfrm rot="-7655640">
            <a:off x="8769585" y="5425691"/>
            <a:ext cx="83000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6" name="Shape 664"/>
          <p:cNvSpPr/>
          <p:nvPr/>
        </p:nvSpPr>
        <p:spPr>
          <a:xfrm rot="-7738001">
            <a:off x="8718950" y="5359925"/>
            <a:ext cx="83435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7" name="Shape 665"/>
          <p:cNvSpPr/>
          <p:nvPr/>
        </p:nvSpPr>
        <p:spPr>
          <a:xfrm rot="-7821295">
            <a:off x="8666480" y="5295053"/>
            <a:ext cx="83647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8" name="Shape 666"/>
          <p:cNvSpPr/>
          <p:nvPr/>
        </p:nvSpPr>
        <p:spPr>
          <a:xfrm rot="-7906227">
            <a:off x="8612317" y="5231310"/>
            <a:ext cx="83638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9" name="Shape 667"/>
          <p:cNvSpPr/>
          <p:nvPr/>
        </p:nvSpPr>
        <p:spPr>
          <a:xfrm rot="-7993519">
            <a:off x="8556601" y="5168931"/>
            <a:ext cx="83412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0" name="Shape 668"/>
          <p:cNvSpPr/>
          <p:nvPr/>
        </p:nvSpPr>
        <p:spPr>
          <a:xfrm rot="-8083923">
            <a:off x="8499475" y="5108152"/>
            <a:ext cx="82974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1" name="Shape 669"/>
          <p:cNvSpPr/>
          <p:nvPr/>
        </p:nvSpPr>
        <p:spPr>
          <a:xfrm rot="-8178243">
            <a:off x="8441079" y="5049206"/>
            <a:ext cx="82329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2" name="Shape 670"/>
          <p:cNvSpPr/>
          <p:nvPr/>
        </p:nvSpPr>
        <p:spPr>
          <a:xfrm rot="-8277350">
            <a:off x="8381553" y="4992331"/>
            <a:ext cx="81485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3" name="Shape 671"/>
          <p:cNvSpPr/>
          <p:nvPr/>
        </p:nvSpPr>
        <p:spPr>
          <a:xfrm rot="-8607374">
            <a:off x="8321040" y="4937760"/>
            <a:ext cx="97536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4" name="Shape 672"/>
          <p:cNvSpPr/>
          <p:nvPr/>
        </p:nvSpPr>
        <p:spPr>
          <a:xfrm rot="-8646414">
            <a:off x="8242680" y="4879684"/>
            <a:ext cx="96605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5" name="Shape 673"/>
          <p:cNvSpPr/>
          <p:nvPr/>
        </p:nvSpPr>
        <p:spPr>
          <a:xfrm rot="-8685309">
            <a:off x="8164419" y="4823047"/>
            <a:ext cx="95581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6" name="Shape 674"/>
          <p:cNvSpPr/>
          <p:nvPr/>
        </p:nvSpPr>
        <p:spPr>
          <a:xfrm rot="-8724174">
            <a:off x="8086358" y="4767890"/>
            <a:ext cx="94465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7" name="Shape 675"/>
          <p:cNvSpPr/>
          <p:nvPr/>
        </p:nvSpPr>
        <p:spPr>
          <a:xfrm rot="-8763128">
            <a:off x="8008598" y="4714252"/>
            <a:ext cx="93257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8" name="Shape 676"/>
          <p:cNvSpPr/>
          <p:nvPr/>
        </p:nvSpPr>
        <p:spPr>
          <a:xfrm rot="-8802299">
            <a:off x="7931237" y="4662174"/>
            <a:ext cx="91955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9" name="Shape 677"/>
          <p:cNvSpPr/>
          <p:nvPr/>
        </p:nvSpPr>
        <p:spPr>
          <a:xfrm rot="-8841823">
            <a:off x="7854376" y="4611695"/>
            <a:ext cx="90559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0" name="Shape 678"/>
          <p:cNvSpPr/>
          <p:nvPr/>
        </p:nvSpPr>
        <p:spPr>
          <a:xfrm rot="-8881845">
            <a:off x="7778115" y="4562856"/>
            <a:ext cx="89070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1" name="Shape 679"/>
          <p:cNvSpPr/>
          <p:nvPr/>
        </p:nvSpPr>
        <p:spPr>
          <a:xfrm rot="-8922525">
            <a:off x="7702554" y="4515696"/>
            <a:ext cx="87488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2" name="Shape 680"/>
          <p:cNvSpPr/>
          <p:nvPr/>
        </p:nvSpPr>
        <p:spPr>
          <a:xfrm rot="-8964040">
            <a:off x="7627792" y="4470256"/>
            <a:ext cx="85811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3" name="Shape 681"/>
          <p:cNvSpPr/>
          <p:nvPr/>
        </p:nvSpPr>
        <p:spPr>
          <a:xfrm rot="-9006583">
            <a:off x="7553930" y="4426576"/>
            <a:ext cx="84041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4" name="Shape 682"/>
          <p:cNvSpPr/>
          <p:nvPr/>
        </p:nvSpPr>
        <p:spPr>
          <a:xfrm rot="-9050373">
            <a:off x="7481068" y="4384695"/>
            <a:ext cx="82178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5" name="Shape 683"/>
          <p:cNvSpPr/>
          <p:nvPr/>
        </p:nvSpPr>
        <p:spPr>
          <a:xfrm rot="-9095658">
            <a:off x="7409306" y="4344653"/>
            <a:ext cx="80221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6" name="Shape 684"/>
          <p:cNvSpPr/>
          <p:nvPr/>
        </p:nvSpPr>
        <p:spPr>
          <a:xfrm rot="-9142719">
            <a:off x="7338743" y="4306491"/>
            <a:ext cx="78172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7" name="Shape 685"/>
          <p:cNvSpPr/>
          <p:nvPr/>
        </p:nvSpPr>
        <p:spPr>
          <a:xfrm rot="-9216079">
            <a:off x="7269480" y="4270248"/>
            <a:ext cx="74271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8" name="Shape 686"/>
          <p:cNvSpPr/>
          <p:nvPr/>
        </p:nvSpPr>
        <p:spPr>
          <a:xfrm rot="-9242672">
            <a:off x="7202954" y="4237226"/>
            <a:ext cx="69818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9" name="Shape 687"/>
          <p:cNvSpPr/>
          <p:nvPr/>
        </p:nvSpPr>
        <p:spPr>
          <a:xfrm rot="-9279850">
            <a:off x="7140178" y="4206669"/>
            <a:ext cx="65900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0" name="Shape 688"/>
          <p:cNvSpPr/>
          <p:nvPr/>
        </p:nvSpPr>
        <p:spPr>
          <a:xfrm rot="-9328649">
            <a:off x="7080617" y="4178469"/>
            <a:ext cx="62522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1" name="Shape 689"/>
          <p:cNvSpPr/>
          <p:nvPr/>
        </p:nvSpPr>
        <p:spPr>
          <a:xfrm rot="-9389717">
            <a:off x="7023735" y="4152519"/>
            <a:ext cx="59692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2" name="Shape 690"/>
          <p:cNvSpPr/>
          <p:nvPr/>
        </p:nvSpPr>
        <p:spPr>
          <a:xfrm rot="-9463124">
            <a:off x="6968996" y="4128712"/>
            <a:ext cx="57419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3" name="Shape 691"/>
          <p:cNvSpPr/>
          <p:nvPr/>
        </p:nvSpPr>
        <p:spPr>
          <a:xfrm rot="-9548193">
            <a:off x="6915864" y="4106942"/>
            <a:ext cx="55713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4" name="Shape 692"/>
          <p:cNvSpPr/>
          <p:nvPr/>
        </p:nvSpPr>
        <p:spPr>
          <a:xfrm rot="-9643393">
            <a:off x="6863804" y="4087100"/>
            <a:ext cx="54585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5" name="Shape 693"/>
          <p:cNvSpPr/>
          <p:nvPr/>
        </p:nvSpPr>
        <p:spPr>
          <a:xfrm rot="-9668352">
            <a:off x="8321040" y="4937760"/>
            <a:ext cx="118660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6" name="Shape 694"/>
          <p:cNvSpPr/>
          <p:nvPr/>
        </p:nvSpPr>
        <p:spPr>
          <a:xfrm rot="-9863414">
            <a:off x="8208752" y="4899401"/>
            <a:ext cx="121146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7" name="Shape 695"/>
          <p:cNvSpPr/>
          <p:nvPr/>
        </p:nvSpPr>
        <p:spPr>
          <a:xfrm rot="-10050908">
            <a:off x="8092074" y="4866803"/>
            <a:ext cx="122875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8" name="Shape 696"/>
          <p:cNvSpPr/>
          <p:nvPr/>
        </p:nvSpPr>
        <p:spPr>
          <a:xfrm rot="-10235182">
            <a:off x="7972105" y="4840239"/>
            <a:ext cx="123831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9" name="Shape 697"/>
          <p:cNvSpPr/>
          <p:nvPr/>
        </p:nvSpPr>
        <p:spPr>
          <a:xfrm rot="-10420288">
            <a:off x="7849941" y="4819985"/>
            <a:ext cx="124017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0" name="Shape 698"/>
          <p:cNvSpPr/>
          <p:nvPr/>
        </p:nvSpPr>
        <p:spPr>
          <a:xfrm rot="-10610199">
            <a:off x="7726680" y="4806315"/>
            <a:ext cx="123449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1" name="Shape 699"/>
          <p:cNvSpPr/>
          <p:nvPr/>
        </p:nvSpPr>
        <p:spPr>
          <a:xfrm rot="10790994">
            <a:off x="7603419" y="4799503"/>
            <a:ext cx="122164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2" name="Shape 700"/>
          <p:cNvSpPr/>
          <p:nvPr/>
        </p:nvSpPr>
        <p:spPr>
          <a:xfrm rot="10578896">
            <a:off x="7481255" y="4799823"/>
            <a:ext cx="120218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3" name="Shape 701"/>
          <p:cNvSpPr/>
          <p:nvPr/>
        </p:nvSpPr>
        <p:spPr>
          <a:xfrm rot="10348646">
            <a:off x="7361286" y="4807549"/>
            <a:ext cx="117690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4" name="Shape 702"/>
          <p:cNvSpPr/>
          <p:nvPr/>
        </p:nvSpPr>
        <p:spPr>
          <a:xfrm rot="10094797">
            <a:off x="7244608" y="4822957"/>
            <a:ext cx="114693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5" name="Shape 703"/>
          <p:cNvSpPr/>
          <p:nvPr/>
        </p:nvSpPr>
        <p:spPr>
          <a:xfrm rot="9998952">
            <a:off x="7132320" y="4846320"/>
            <a:ext cx="105727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6" name="Shape 704"/>
          <p:cNvSpPr/>
          <p:nvPr/>
        </p:nvSpPr>
        <p:spPr>
          <a:xfrm rot="9975261">
            <a:off x="7029450" y="4870734"/>
            <a:ext cx="105903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7" name="Shape 705"/>
          <p:cNvSpPr/>
          <p:nvPr/>
        </p:nvSpPr>
        <p:spPr>
          <a:xfrm rot="9955017">
            <a:off x="6926580" y="4895898"/>
            <a:ext cx="106058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8" name="Shape 706"/>
          <p:cNvSpPr/>
          <p:nvPr/>
        </p:nvSpPr>
        <p:spPr>
          <a:xfrm rot="9938193">
            <a:off x="6823710" y="4921704"/>
            <a:ext cx="106189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9" name="Shape 707"/>
          <p:cNvSpPr/>
          <p:nvPr/>
        </p:nvSpPr>
        <p:spPr>
          <a:xfrm rot="9924764">
            <a:off x="6720840" y="4948047"/>
            <a:ext cx="106296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0" name="Shape 708"/>
          <p:cNvSpPr/>
          <p:nvPr/>
        </p:nvSpPr>
        <p:spPr>
          <a:xfrm rot="9914711">
            <a:off x="6617970" y="4974818"/>
            <a:ext cx="106378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1" name="Shape 709"/>
          <p:cNvSpPr/>
          <p:nvPr/>
        </p:nvSpPr>
        <p:spPr>
          <a:xfrm rot="9908017">
            <a:off x="6515100" y="5001911"/>
            <a:ext cx="106433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2" name="Shape 710"/>
          <p:cNvSpPr/>
          <p:nvPr/>
        </p:nvSpPr>
        <p:spPr>
          <a:xfrm rot="9904672">
            <a:off x="6412230" y="5029218"/>
            <a:ext cx="106460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3" name="Shape 711"/>
          <p:cNvSpPr/>
          <p:nvPr/>
        </p:nvSpPr>
        <p:spPr>
          <a:xfrm rot="-1863843">
            <a:off x="7955280" y="4663440"/>
            <a:ext cx="108880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4" name="Shape 712"/>
          <p:cNvSpPr/>
          <p:nvPr/>
        </p:nvSpPr>
        <p:spPr>
          <a:xfrm rot="-1757251">
            <a:off x="8048546" y="4607258"/>
            <a:ext cx="110757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5" name="Shape 713"/>
          <p:cNvSpPr/>
          <p:nvPr/>
        </p:nvSpPr>
        <p:spPr>
          <a:xfrm rot="-1658471">
            <a:off x="8145145" y="4553077"/>
            <a:ext cx="112270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6" name="Shape 714"/>
          <p:cNvSpPr/>
          <p:nvPr/>
        </p:nvSpPr>
        <p:spPr>
          <a:xfrm rot="-1566140">
            <a:off x="8244602" y="4500991"/>
            <a:ext cx="113404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7" name="Shape 715"/>
          <p:cNvSpPr/>
          <p:nvPr/>
        </p:nvSpPr>
        <p:spPr>
          <a:xfrm rot="-1479062">
            <a:off x="8346440" y="4451096"/>
            <a:ext cx="114146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8" name="Shape 716"/>
          <p:cNvSpPr/>
          <p:nvPr/>
        </p:nvSpPr>
        <p:spPr>
          <a:xfrm rot="-1396172">
            <a:off x="8450183" y="4403487"/>
            <a:ext cx="114484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9" name="Shape 717"/>
          <p:cNvSpPr/>
          <p:nvPr/>
        </p:nvSpPr>
        <p:spPr>
          <a:xfrm rot="-1316499">
            <a:off x="8555355" y="4358259"/>
            <a:ext cx="114412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0" name="Shape 718"/>
          <p:cNvSpPr/>
          <p:nvPr/>
        </p:nvSpPr>
        <p:spPr>
          <a:xfrm rot="-1239138">
            <a:off x="8661479" y="4315508"/>
            <a:ext cx="113921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1" name="Shape 719"/>
          <p:cNvSpPr/>
          <p:nvPr/>
        </p:nvSpPr>
        <p:spPr>
          <a:xfrm rot="-1163214">
            <a:off x="8768080" y="4275328"/>
            <a:ext cx="113008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2" name="Shape 720"/>
          <p:cNvSpPr/>
          <p:nvPr/>
        </p:nvSpPr>
        <p:spPr>
          <a:xfrm rot="-1087861">
            <a:off x="8874681" y="4237815"/>
            <a:ext cx="111669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3" name="Shape 721"/>
          <p:cNvSpPr/>
          <p:nvPr/>
        </p:nvSpPr>
        <p:spPr>
          <a:xfrm rot="-1012181">
            <a:off x="8980805" y="4203065"/>
            <a:ext cx="109901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4" name="Shape 722"/>
          <p:cNvSpPr/>
          <p:nvPr/>
        </p:nvSpPr>
        <p:spPr>
          <a:xfrm rot="-935217">
            <a:off x="9085977" y="4171172"/>
            <a:ext cx="107704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5" name="Shape 723"/>
          <p:cNvSpPr/>
          <p:nvPr/>
        </p:nvSpPr>
        <p:spPr>
          <a:xfrm rot="-773136">
            <a:off x="9189720" y="4142232"/>
            <a:ext cx="121008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6" name="Shape 724"/>
          <p:cNvSpPr/>
          <p:nvPr/>
        </p:nvSpPr>
        <p:spPr>
          <a:xfrm rot="-770091">
            <a:off x="9307681" y="4115246"/>
            <a:ext cx="117137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7" name="Shape 725"/>
          <p:cNvSpPr/>
          <p:nvPr/>
        </p:nvSpPr>
        <p:spPr>
          <a:xfrm rot="-760099">
            <a:off x="9421892" y="4089225"/>
            <a:ext cx="113766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8" name="Shape 726"/>
          <p:cNvSpPr/>
          <p:nvPr/>
        </p:nvSpPr>
        <p:spPr>
          <a:xfrm rot="-742661">
            <a:off x="9532888" y="4064276"/>
            <a:ext cx="110895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9" name="Shape 727"/>
          <p:cNvSpPr/>
          <p:nvPr/>
        </p:nvSpPr>
        <p:spPr>
          <a:xfrm rot="-717428">
            <a:off x="9641205" y="4040505"/>
            <a:ext cx="108529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0" name="Shape 728"/>
          <p:cNvSpPr/>
          <p:nvPr/>
        </p:nvSpPr>
        <p:spPr>
          <a:xfrm rot="-684240">
            <a:off x="9747379" y="4018020"/>
            <a:ext cx="106673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1" name="Shape 729"/>
          <p:cNvSpPr/>
          <p:nvPr/>
        </p:nvSpPr>
        <p:spPr>
          <a:xfrm rot="-643159">
            <a:off x="9851946" y="3996928"/>
            <a:ext cx="105333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2" name="Shape 730"/>
          <p:cNvSpPr/>
          <p:nvPr/>
        </p:nvSpPr>
        <p:spPr>
          <a:xfrm rot="-594490">
            <a:off x="9955441" y="3977336"/>
            <a:ext cx="104518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3" name="Shape 731"/>
          <p:cNvSpPr/>
          <p:nvPr/>
        </p:nvSpPr>
        <p:spPr>
          <a:xfrm rot="-1231604">
            <a:off x="8686800" y="5257800"/>
            <a:ext cx="117167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4" name="Shape 732"/>
          <p:cNvSpPr/>
          <p:nvPr/>
        </p:nvSpPr>
        <p:spPr>
          <a:xfrm rot="-1221039">
            <a:off x="8796528" y="5216716"/>
            <a:ext cx="117033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5" name="Shape 733"/>
          <p:cNvSpPr/>
          <p:nvPr/>
        </p:nvSpPr>
        <p:spPr>
          <a:xfrm rot="-1199837">
            <a:off x="8906256" y="5176016"/>
            <a:ext cx="116768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6" name="Shape 734"/>
          <p:cNvSpPr/>
          <p:nvPr/>
        </p:nvSpPr>
        <p:spPr>
          <a:xfrm rot="-1167855">
            <a:off x="9015984" y="5136084"/>
            <a:ext cx="116379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7" name="Shape 735"/>
          <p:cNvSpPr/>
          <p:nvPr/>
        </p:nvSpPr>
        <p:spPr>
          <a:xfrm rot="-1124884">
            <a:off x="9125712" y="5097305"/>
            <a:ext cx="115876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8" name="Shape 736"/>
          <p:cNvSpPr/>
          <p:nvPr/>
        </p:nvSpPr>
        <p:spPr>
          <a:xfrm rot="-1070654">
            <a:off x="9235440" y="5060061"/>
            <a:ext cx="115273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9" name="Shape 737"/>
          <p:cNvSpPr/>
          <p:nvPr/>
        </p:nvSpPr>
        <p:spPr>
          <a:xfrm rot="-1004845">
            <a:off x="9345168" y="5024738"/>
            <a:ext cx="114588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0" name="Shape 738"/>
          <p:cNvSpPr/>
          <p:nvPr/>
        </p:nvSpPr>
        <p:spPr>
          <a:xfrm rot="-927101">
            <a:off x="9454896" y="4991719"/>
            <a:ext cx="113843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1" name="Shape 739"/>
          <p:cNvSpPr/>
          <p:nvPr/>
        </p:nvSpPr>
        <p:spPr>
          <a:xfrm rot="-837050">
            <a:off x="9564624" y="4961388"/>
            <a:ext cx="113063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2" name="Shape 740"/>
          <p:cNvSpPr/>
          <p:nvPr/>
        </p:nvSpPr>
        <p:spPr>
          <a:xfrm rot="-734328">
            <a:off x="9674352" y="4934130"/>
            <a:ext cx="112280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3" name="Shape 741"/>
          <p:cNvSpPr/>
          <p:nvPr/>
        </p:nvSpPr>
        <p:spPr>
          <a:xfrm rot="-8745221">
            <a:off x="7680960" y="4617720"/>
            <a:ext cx="78611" cy="0"/>
          </a:xfrm>
          <a:prstGeom prst="line">
            <a:avLst/>
          </a:prstGeom>
          <a:noFill/>
          <a:ln w="3175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4" name="Shape 742"/>
          <p:cNvSpPr/>
          <p:nvPr/>
        </p:nvSpPr>
        <p:spPr>
          <a:xfrm rot="-8684704">
            <a:off x="7615978" y="4573482"/>
            <a:ext cx="71800" cy="0"/>
          </a:xfrm>
          <a:prstGeom prst="line">
            <a:avLst/>
          </a:prstGeom>
          <a:noFill/>
          <a:ln w="3175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5" name="Shape 743"/>
          <p:cNvSpPr/>
          <p:nvPr/>
        </p:nvSpPr>
        <p:spPr>
          <a:xfrm rot="-8640136">
            <a:off x="7557347" y="4532037"/>
            <a:ext cx="66192" cy="0"/>
          </a:xfrm>
          <a:prstGeom prst="line">
            <a:avLst/>
          </a:prstGeom>
          <a:noFill/>
          <a:ln w="3175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6" name="Shape 744"/>
          <p:cNvSpPr/>
          <p:nvPr/>
        </p:nvSpPr>
        <p:spPr>
          <a:xfrm rot="-8618436">
            <a:off x="7503795" y="4493133"/>
            <a:ext cx="61767" cy="0"/>
          </a:xfrm>
          <a:prstGeom prst="line">
            <a:avLst/>
          </a:prstGeom>
          <a:noFill/>
          <a:ln w="3175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7" name="Shape 745"/>
          <p:cNvSpPr/>
          <p:nvPr/>
        </p:nvSpPr>
        <p:spPr>
          <a:xfrm rot="-8626107">
            <a:off x="7454053" y="4456515"/>
            <a:ext cx="58517" cy="0"/>
          </a:xfrm>
          <a:prstGeom prst="line">
            <a:avLst/>
          </a:prstGeom>
          <a:noFill/>
          <a:ln w="3175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8" name="Shape 746"/>
          <p:cNvSpPr/>
          <p:nvPr/>
        </p:nvSpPr>
        <p:spPr>
          <a:xfrm rot="-8667739">
            <a:off x="7406852" y="4421928"/>
            <a:ext cx="56446" cy="0"/>
          </a:xfrm>
          <a:prstGeom prst="line">
            <a:avLst/>
          </a:prstGeom>
          <a:noFill/>
          <a:ln w="3175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9" name="Shape 747"/>
          <p:cNvSpPr/>
          <p:nvPr/>
        </p:nvSpPr>
        <p:spPr>
          <a:xfrm>
            <a:off x="7196328" y="4681728"/>
            <a:ext cx="329184" cy="329184"/>
          </a:xfrm>
          <a:prstGeom prst="ellipse">
            <a:avLst/>
          </a:prstGeom>
          <a:solidFill>
            <a:srgbClr val="EAFAF1">
              <a:alpha val="70000"/>
            </a:srgbClr>
          </a:solidFill>
          <a:ln w="25400">
            <a:solidFill>
              <a:srgbClr val="1E8449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0" name="Shape 748"/>
          <p:cNvSpPr/>
          <p:nvPr/>
        </p:nvSpPr>
        <p:spPr>
          <a:xfrm>
            <a:off x="6922008" y="4160520"/>
            <a:ext cx="329184" cy="329184"/>
          </a:xfrm>
          <a:prstGeom prst="ellipse">
            <a:avLst/>
          </a:prstGeom>
          <a:solidFill>
            <a:srgbClr val="EAFAF1">
              <a:alpha val="70000"/>
            </a:srgbClr>
          </a:solidFill>
          <a:ln w="25400">
            <a:solidFill>
              <a:srgbClr val="1E8449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1" name="Shape 749"/>
          <p:cNvSpPr/>
          <p:nvPr/>
        </p:nvSpPr>
        <p:spPr>
          <a:xfrm>
            <a:off x="8841606" y="4147849"/>
            <a:ext cx="1828800" cy="640080"/>
          </a:xfrm>
          <a:prstGeom prst="roundRect">
            <a:avLst>
              <a:gd name="adj" fmla="val 8571"/>
            </a:avLst>
          </a:prstGeom>
          <a:solidFill>
            <a:srgbClr val="EAFAF1"/>
          </a:solidFill>
          <a:ln w="10160">
            <a:solidFill>
              <a:srgbClr val="A9DF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2" name="Text 750"/>
          <p:cNvSpPr/>
          <p:nvPr/>
        </p:nvSpPr>
        <p:spPr>
          <a:xfrm>
            <a:off x="8887326" y="4175281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8449"/>
                </a:solidFill>
              </a:rPr>
              <a:t>No false junctions
</a:t>
            </a:r>
            <a:r>
              <a:rPr lang="en-US" sz="700" dirty="0">
                <a:solidFill>
                  <a:srgbClr val="196F3D"/>
                </a:solidFill>
              </a:rPr>
              <a:t>Each layer skeletonized</a:t>
            </a:r>
            <a:endParaRPr lang="en-US" sz="900" dirty="0"/>
          </a:p>
          <a:p>
            <a:pPr marL="0" indent="0">
              <a:buNone/>
            </a:pPr>
            <a:r>
              <a:rPr lang="en-US" sz="700" dirty="0">
                <a:solidFill>
                  <a:srgbClr val="196F3D"/>
                </a:solidFill>
              </a:rPr>
              <a:t>independently — cross-layer</a:t>
            </a:r>
            <a:endParaRPr lang="en-US" sz="900" dirty="0"/>
          </a:p>
          <a:p>
            <a:pPr marL="0" indent="0">
              <a:buNone/>
            </a:pPr>
            <a:r>
              <a:rPr lang="en-US" sz="700" dirty="0">
                <a:solidFill>
                  <a:srgbClr val="196F3D"/>
                </a:solidFill>
              </a:rPr>
              <a:t>overlaps correctly ignored</a:t>
            </a:r>
            <a:endParaRPr lang="en-US" sz="900" dirty="0"/>
          </a:p>
        </p:txBody>
      </p:sp>
      <p:sp>
        <p:nvSpPr>
          <p:cNvPr id="755" name="Shape 753"/>
          <p:cNvSpPr/>
          <p:nvPr/>
        </p:nvSpPr>
        <p:spPr>
          <a:xfrm>
            <a:off x="6446520" y="5120640"/>
            <a:ext cx="1554480" cy="320040"/>
          </a:xfrm>
          <a:prstGeom prst="roundRect">
            <a:avLst>
              <a:gd name="adj" fmla="val 14286"/>
            </a:avLst>
          </a:prstGeom>
          <a:solidFill>
            <a:srgbClr val="EAFAF1"/>
          </a:solidFill>
          <a:ln w="10160">
            <a:solidFill>
              <a:srgbClr val="1E8449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6" name="Text 754"/>
          <p:cNvSpPr/>
          <p:nvPr/>
        </p:nvSpPr>
        <p:spPr>
          <a:xfrm>
            <a:off x="6446520" y="51206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196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independent paths → total length recovered</a:t>
            </a:r>
            <a:endParaRPr lang="en-US" sz="550" dirty="0"/>
          </a:p>
        </p:txBody>
      </p:sp>
      <p:sp>
        <p:nvSpPr>
          <p:cNvPr id="757" name="Shape 755"/>
          <p:cNvSpPr/>
          <p:nvPr/>
        </p:nvSpPr>
        <p:spPr>
          <a:xfrm rot="-5400000">
            <a:off x="7223760" y="5120640"/>
            <a:ext cx="320040" cy="0"/>
          </a:xfrm>
          <a:prstGeom prst="line">
            <a:avLst/>
          </a:prstGeom>
          <a:noFill/>
          <a:ln w="1016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8" name="Shape 756"/>
          <p:cNvSpPr/>
          <p:nvPr/>
        </p:nvSpPr>
        <p:spPr>
          <a:xfrm>
            <a:off x="7287768" y="4773168"/>
            <a:ext cx="146304" cy="146304"/>
          </a:xfrm>
          <a:prstGeom prst="ellipse">
            <a:avLst/>
          </a:prstGeom>
          <a:solidFill>
            <a:srgbClr val="2471A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9" name="Shape 757"/>
          <p:cNvSpPr/>
          <p:nvPr/>
        </p:nvSpPr>
        <p:spPr>
          <a:xfrm>
            <a:off x="6693408" y="3904488"/>
            <a:ext cx="146304" cy="146304"/>
          </a:xfrm>
          <a:prstGeom prst="ellipse">
            <a:avLst/>
          </a:prstGeom>
          <a:solidFill>
            <a:srgbClr val="2471A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0" name="Shape 758"/>
          <p:cNvSpPr/>
          <p:nvPr/>
        </p:nvSpPr>
        <p:spPr>
          <a:xfrm>
            <a:off x="8065008" y="4224528"/>
            <a:ext cx="146304" cy="146304"/>
          </a:xfrm>
          <a:prstGeom prst="ellipse">
            <a:avLst/>
          </a:prstGeom>
          <a:solidFill>
            <a:srgbClr val="2471A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1" name="Shape 759"/>
          <p:cNvSpPr/>
          <p:nvPr/>
        </p:nvSpPr>
        <p:spPr>
          <a:xfrm>
            <a:off x="8247888" y="4864608"/>
            <a:ext cx="146304" cy="146304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2" name="Shape 760"/>
          <p:cNvSpPr/>
          <p:nvPr/>
        </p:nvSpPr>
        <p:spPr>
          <a:xfrm>
            <a:off x="7882128" y="4590288"/>
            <a:ext cx="146304" cy="146304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3" name="Shape 761"/>
          <p:cNvSpPr/>
          <p:nvPr/>
        </p:nvSpPr>
        <p:spPr>
          <a:xfrm>
            <a:off x="8613648" y="5184648"/>
            <a:ext cx="146304" cy="146304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4" name="Shape 762"/>
          <p:cNvSpPr/>
          <p:nvPr/>
        </p:nvSpPr>
        <p:spPr>
          <a:xfrm>
            <a:off x="6204204" y="3717036"/>
            <a:ext cx="118872" cy="1188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5" name="Shape 763"/>
          <p:cNvSpPr/>
          <p:nvPr/>
        </p:nvSpPr>
        <p:spPr>
          <a:xfrm>
            <a:off x="6245809" y="3758641"/>
            <a:ext cx="35662" cy="35662"/>
          </a:xfrm>
          <a:prstGeom prst="ellipse">
            <a:avLst/>
          </a:prstGeom>
          <a:solidFill>
            <a:srgbClr val="2471A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6" name="Shape 764"/>
          <p:cNvSpPr/>
          <p:nvPr/>
        </p:nvSpPr>
        <p:spPr>
          <a:xfrm>
            <a:off x="9358884" y="3753612"/>
            <a:ext cx="118872" cy="1188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7" name="Shape 765"/>
          <p:cNvSpPr/>
          <p:nvPr/>
        </p:nvSpPr>
        <p:spPr>
          <a:xfrm>
            <a:off x="9400489" y="3795217"/>
            <a:ext cx="35662" cy="35662"/>
          </a:xfrm>
          <a:prstGeom prst="ellipse">
            <a:avLst/>
          </a:prstGeom>
          <a:solidFill>
            <a:srgbClr val="2471A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8" name="Shape 766"/>
          <p:cNvSpPr/>
          <p:nvPr/>
        </p:nvSpPr>
        <p:spPr>
          <a:xfrm>
            <a:off x="6158484" y="4192524"/>
            <a:ext cx="118872" cy="1188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9" name="Shape 767"/>
          <p:cNvSpPr/>
          <p:nvPr/>
        </p:nvSpPr>
        <p:spPr>
          <a:xfrm>
            <a:off x="6200089" y="4234129"/>
            <a:ext cx="35662" cy="35662"/>
          </a:xfrm>
          <a:prstGeom prst="ellipse">
            <a:avLst/>
          </a:prstGeom>
          <a:solidFill>
            <a:srgbClr val="2471A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0" name="Shape 768"/>
          <p:cNvSpPr/>
          <p:nvPr/>
        </p:nvSpPr>
        <p:spPr>
          <a:xfrm>
            <a:off x="8215884" y="3689604"/>
            <a:ext cx="118872" cy="1188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1" name="Shape 769"/>
          <p:cNvSpPr/>
          <p:nvPr/>
        </p:nvSpPr>
        <p:spPr>
          <a:xfrm>
            <a:off x="8257489" y="3731209"/>
            <a:ext cx="35662" cy="35662"/>
          </a:xfrm>
          <a:prstGeom prst="ellipse">
            <a:avLst/>
          </a:prstGeom>
          <a:solidFill>
            <a:srgbClr val="2471A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2" name="Shape 770"/>
          <p:cNvSpPr/>
          <p:nvPr/>
        </p:nvSpPr>
        <p:spPr>
          <a:xfrm>
            <a:off x="6752844" y="4009644"/>
            <a:ext cx="118872" cy="1188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3" name="Shape 771"/>
          <p:cNvSpPr/>
          <p:nvPr/>
        </p:nvSpPr>
        <p:spPr>
          <a:xfrm>
            <a:off x="6794449" y="4051249"/>
            <a:ext cx="35662" cy="35662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4" name="Shape 772"/>
          <p:cNvSpPr/>
          <p:nvPr/>
        </p:nvSpPr>
        <p:spPr>
          <a:xfrm>
            <a:off x="6249924" y="4997196"/>
            <a:ext cx="118872" cy="1188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5" name="Shape 773"/>
          <p:cNvSpPr/>
          <p:nvPr/>
        </p:nvSpPr>
        <p:spPr>
          <a:xfrm>
            <a:off x="6291529" y="5038801"/>
            <a:ext cx="35662" cy="35662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6" name="Shape 774"/>
          <p:cNvSpPr/>
          <p:nvPr/>
        </p:nvSpPr>
        <p:spPr>
          <a:xfrm>
            <a:off x="9998964" y="3899916"/>
            <a:ext cx="118872" cy="1188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7" name="Shape 775"/>
          <p:cNvSpPr/>
          <p:nvPr/>
        </p:nvSpPr>
        <p:spPr>
          <a:xfrm>
            <a:off x="10040569" y="3941521"/>
            <a:ext cx="35662" cy="35662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8" name="Shape 776"/>
          <p:cNvSpPr/>
          <p:nvPr/>
        </p:nvSpPr>
        <p:spPr>
          <a:xfrm>
            <a:off x="9724644" y="4850892"/>
            <a:ext cx="118872" cy="1188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9" name="Shape 777"/>
          <p:cNvSpPr/>
          <p:nvPr/>
        </p:nvSpPr>
        <p:spPr>
          <a:xfrm>
            <a:off x="9766249" y="4892497"/>
            <a:ext cx="35662" cy="35662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0" name="Shape 778"/>
          <p:cNvSpPr/>
          <p:nvPr/>
        </p:nvSpPr>
        <p:spPr>
          <a:xfrm>
            <a:off x="7621524" y="6021324"/>
            <a:ext cx="118872" cy="1188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1" name="Shape 779"/>
          <p:cNvSpPr/>
          <p:nvPr/>
        </p:nvSpPr>
        <p:spPr>
          <a:xfrm>
            <a:off x="7663129" y="6062929"/>
            <a:ext cx="35662" cy="35662"/>
          </a:xfrm>
          <a:prstGeom prst="ellipse">
            <a:avLst/>
          </a:prstGeom>
          <a:solidFill>
            <a:srgbClr val="2471A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2" name="Shape 780"/>
          <p:cNvSpPr/>
          <p:nvPr/>
        </p:nvSpPr>
        <p:spPr>
          <a:xfrm>
            <a:off x="9084564" y="6021324"/>
            <a:ext cx="118872" cy="1188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3" name="Shape 781"/>
          <p:cNvSpPr/>
          <p:nvPr/>
        </p:nvSpPr>
        <p:spPr>
          <a:xfrm>
            <a:off x="9126169" y="6062929"/>
            <a:ext cx="35662" cy="35662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4" name="Shape 782"/>
          <p:cNvSpPr/>
          <p:nvPr/>
        </p:nvSpPr>
        <p:spPr>
          <a:xfrm>
            <a:off x="5166360" y="1874520"/>
            <a:ext cx="548640" cy="0"/>
          </a:xfrm>
          <a:prstGeom prst="line">
            <a:avLst/>
          </a:prstGeom>
          <a:noFill/>
          <a:ln w="22860">
            <a:solidFill>
              <a:srgbClr val="5D6D7E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5" name="Shape 783"/>
          <p:cNvSpPr/>
          <p:nvPr/>
        </p:nvSpPr>
        <p:spPr>
          <a:xfrm>
            <a:off x="5166360" y="4983480"/>
            <a:ext cx="548640" cy="0"/>
          </a:xfrm>
          <a:prstGeom prst="line">
            <a:avLst/>
          </a:prstGeom>
          <a:noFill/>
          <a:ln w="22860">
            <a:solidFill>
              <a:srgbClr val="5D6D7E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6" name="Shape 784"/>
          <p:cNvSpPr/>
          <p:nvPr/>
        </p:nvSpPr>
        <p:spPr>
          <a:xfrm>
            <a:off x="10789920" y="640080"/>
            <a:ext cx="1234440" cy="2468880"/>
          </a:xfrm>
          <a:prstGeom prst="roundRect">
            <a:avLst>
              <a:gd name="adj" fmla="val 4444"/>
            </a:avLst>
          </a:prstGeom>
          <a:solidFill>
            <a:srgbClr val="FDEDEC"/>
          </a:solidFill>
          <a:ln w="10160">
            <a:solidFill>
              <a:srgbClr val="F5B7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7" name="Text 785"/>
          <p:cNvSpPr/>
          <p:nvPr/>
        </p:nvSpPr>
        <p:spPr>
          <a:xfrm>
            <a:off x="10789920" y="70408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900" dirty="0"/>
          </a:p>
        </p:txBody>
      </p:sp>
      <p:sp>
        <p:nvSpPr>
          <p:cNvPr id="788" name="Text 786"/>
          <p:cNvSpPr/>
          <p:nvPr/>
        </p:nvSpPr>
        <p:spPr>
          <a:xfrm>
            <a:off x="10844784" y="941832"/>
            <a:ext cx="112471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C3E50"/>
                </a:solidFill>
              </a:rPr>
              <a:t>Junctions
</a:t>
            </a:r>
            <a:r>
              <a:rPr lang="en-US" sz="650" dirty="0">
                <a:solidFill>
                  <a:srgbClr val="922B21"/>
                </a:solidFill>
              </a:rPr>
              <a:t>Over-counted
</a:t>
            </a:r>
            <a:r>
              <a:rPr lang="en-US" sz="800" b="1" dirty="0">
                <a:solidFill>
                  <a:srgbClr val="2C3E50"/>
                </a:solidFill>
              </a:rPr>
              <a:t>Length
</a:t>
            </a:r>
            <a:r>
              <a:rPr lang="en-US" sz="650" dirty="0">
                <a:solidFill>
                  <a:srgbClr val="922B21"/>
                </a:solidFill>
              </a:rPr>
              <a:t>Under-estimated
</a:t>
            </a:r>
            <a:r>
              <a:rPr lang="en-US" sz="800" b="1" dirty="0">
                <a:solidFill>
                  <a:srgbClr val="2C3E50"/>
                </a:solidFill>
              </a:rPr>
              <a:t>Endpoints
</a:t>
            </a:r>
            <a:r>
              <a:rPr lang="en-US" sz="650" dirty="0">
                <a:solidFill>
                  <a:srgbClr val="922B21"/>
                </a:solidFill>
              </a:rPr>
              <a:t>Preserved
</a:t>
            </a:r>
            <a:r>
              <a:rPr lang="en-US" sz="800" b="1" dirty="0">
                <a:solidFill>
                  <a:srgbClr val="2C3E50"/>
                </a:solidFill>
              </a:rPr>
              <a:t>Depth info
</a:t>
            </a:r>
            <a:r>
              <a:rPr lang="en-US" sz="650" dirty="0">
                <a:solidFill>
                  <a:srgbClr val="922B21"/>
                </a:solidFill>
              </a:rPr>
              <a:t>Lost</a:t>
            </a:r>
            <a:endParaRPr lang="en-US" sz="800" dirty="0"/>
          </a:p>
        </p:txBody>
      </p:sp>
      <p:sp>
        <p:nvSpPr>
          <p:cNvPr id="789" name="Shape 787"/>
          <p:cNvSpPr/>
          <p:nvPr/>
        </p:nvSpPr>
        <p:spPr>
          <a:xfrm>
            <a:off x="10789920" y="3749040"/>
            <a:ext cx="1234440" cy="2468880"/>
          </a:xfrm>
          <a:prstGeom prst="roundRect">
            <a:avLst>
              <a:gd name="adj" fmla="val 4444"/>
            </a:avLst>
          </a:prstGeom>
          <a:solidFill>
            <a:srgbClr val="EAFAF1"/>
          </a:solidFill>
          <a:ln w="10160">
            <a:solidFill>
              <a:srgbClr val="A9DF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0" name="Text 788"/>
          <p:cNvSpPr/>
          <p:nvPr/>
        </p:nvSpPr>
        <p:spPr>
          <a:xfrm>
            <a:off x="10789920" y="381304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</a:t>
            </a:r>
            <a:endParaRPr lang="en-US" sz="900" dirty="0"/>
          </a:p>
        </p:txBody>
      </p:sp>
      <p:sp>
        <p:nvSpPr>
          <p:cNvPr id="791" name="Text 789"/>
          <p:cNvSpPr/>
          <p:nvPr/>
        </p:nvSpPr>
        <p:spPr>
          <a:xfrm>
            <a:off x="10844784" y="4050792"/>
            <a:ext cx="112471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2C3E50"/>
                </a:solidFill>
              </a:rPr>
              <a:t>Junctions
</a:t>
            </a:r>
            <a:r>
              <a:rPr lang="en-US" sz="650" dirty="0">
                <a:solidFill>
                  <a:srgbClr val="196F3D"/>
                </a:solidFill>
              </a:rPr>
              <a:t>Accurate
</a:t>
            </a:r>
            <a:r>
              <a:rPr lang="en-US" sz="800" b="1" dirty="0">
                <a:solidFill>
                  <a:srgbClr val="2C3E50"/>
                </a:solidFill>
              </a:rPr>
              <a:t>Length
</a:t>
            </a:r>
            <a:r>
              <a:rPr lang="en-US" sz="650" dirty="0">
                <a:solidFill>
                  <a:srgbClr val="196F3D"/>
                </a:solidFill>
              </a:rPr>
              <a:t>Recovered
</a:t>
            </a:r>
            <a:r>
              <a:rPr lang="en-US" sz="800" b="1" dirty="0">
                <a:solidFill>
                  <a:srgbClr val="2C3E50"/>
                </a:solidFill>
              </a:rPr>
              <a:t>Endpoints
</a:t>
            </a:r>
            <a:r>
              <a:rPr lang="en-US" sz="650" dirty="0">
                <a:solidFill>
                  <a:srgbClr val="196F3D"/>
                </a:solidFill>
              </a:rPr>
              <a:t>Preserved
</a:t>
            </a:r>
            <a:r>
              <a:rPr lang="en-US" sz="800" b="1" dirty="0">
                <a:solidFill>
                  <a:srgbClr val="2C3E50"/>
                </a:solidFill>
              </a:rPr>
              <a:t>Depth info
</a:t>
            </a:r>
            <a:r>
              <a:rPr lang="en-US" sz="650" dirty="0">
                <a:solidFill>
                  <a:srgbClr val="196F3D"/>
                </a:solidFill>
              </a:rPr>
              <a:t>Preserved</a:t>
            </a:r>
            <a:endParaRPr lang="en-US" sz="800" dirty="0"/>
          </a:p>
        </p:txBody>
      </p:sp>
      <p:sp>
        <p:nvSpPr>
          <p:cNvPr id="792" name="Shape 790"/>
          <p:cNvSpPr/>
          <p:nvPr/>
        </p:nvSpPr>
        <p:spPr>
          <a:xfrm>
            <a:off x="274320" y="3255264"/>
            <a:ext cx="11612880" cy="0"/>
          </a:xfrm>
          <a:prstGeom prst="line">
            <a:avLst/>
          </a:prstGeom>
          <a:noFill/>
          <a:ln w="7620">
            <a:solidFill>
              <a:srgbClr val="BDC3C7"/>
            </a:solidFill>
            <a:prstDash val="lg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3" name="Shape 791"/>
          <p:cNvSpPr/>
          <p:nvPr/>
        </p:nvSpPr>
        <p:spPr>
          <a:xfrm>
            <a:off x="6249924" y="6478524"/>
            <a:ext cx="118872" cy="118872"/>
          </a:xfrm>
          <a:prstGeom prst="ellipse">
            <a:avLst/>
          </a:prstGeom>
          <a:solidFill>
            <a:srgbClr val="5D6D7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4" name="Text 792"/>
          <p:cNvSpPr/>
          <p:nvPr/>
        </p:nvSpPr>
        <p:spPr>
          <a:xfrm>
            <a:off x="6400800" y="6473952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Junction</a:t>
            </a:r>
            <a:endParaRPr lang="en-US" sz="700" dirty="0"/>
          </a:p>
        </p:txBody>
      </p:sp>
      <p:sp>
        <p:nvSpPr>
          <p:cNvPr id="795" name="Shape 793"/>
          <p:cNvSpPr/>
          <p:nvPr/>
        </p:nvSpPr>
        <p:spPr>
          <a:xfrm>
            <a:off x="6995160" y="6492240"/>
            <a:ext cx="91440" cy="914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D6D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6" name="Shape 794"/>
          <p:cNvSpPr/>
          <p:nvPr/>
        </p:nvSpPr>
        <p:spPr>
          <a:xfrm>
            <a:off x="7027164" y="6524244"/>
            <a:ext cx="27432" cy="27432"/>
          </a:xfrm>
          <a:prstGeom prst="ellipse">
            <a:avLst/>
          </a:prstGeom>
          <a:solidFill>
            <a:srgbClr val="5D6D7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7" name="Text 795"/>
          <p:cNvSpPr/>
          <p:nvPr/>
        </p:nvSpPr>
        <p:spPr>
          <a:xfrm>
            <a:off x="7132320" y="6473952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</a:t>
            </a:r>
            <a:endParaRPr lang="en-US" sz="700" dirty="0"/>
          </a:p>
        </p:txBody>
      </p:sp>
      <p:sp>
        <p:nvSpPr>
          <p:cNvPr id="798" name="Shape 796"/>
          <p:cNvSpPr/>
          <p:nvPr/>
        </p:nvSpPr>
        <p:spPr>
          <a:xfrm>
            <a:off x="7772400" y="6537960"/>
            <a:ext cx="228600" cy="0"/>
          </a:xfrm>
          <a:prstGeom prst="line">
            <a:avLst/>
          </a:prstGeom>
          <a:noFill/>
          <a:ln w="38100">
            <a:solidFill>
              <a:srgbClr val="5D6D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9" name="Text 797"/>
          <p:cNvSpPr/>
          <p:nvPr/>
        </p:nvSpPr>
        <p:spPr>
          <a:xfrm>
            <a:off x="8046720" y="6473952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Skeleton</a:t>
            </a:r>
            <a:endParaRPr lang="en-US" sz="700" dirty="0"/>
          </a:p>
        </p:txBody>
      </p:sp>
      <p:sp>
        <p:nvSpPr>
          <p:cNvPr id="800" name="Shape 798"/>
          <p:cNvSpPr/>
          <p:nvPr/>
        </p:nvSpPr>
        <p:spPr>
          <a:xfrm>
            <a:off x="8668512" y="6473952"/>
            <a:ext cx="128016" cy="128016"/>
          </a:xfrm>
          <a:prstGeom prst="ellipse">
            <a:avLst/>
          </a:prstGeom>
          <a:solidFill>
            <a:srgbClr val="FDEDEC">
              <a:alpha val="70000"/>
            </a:srgbClr>
          </a:solidFill>
          <a:ln w="25400">
            <a:solidFill>
              <a:srgbClr val="C0392B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1" name="Text 799"/>
          <p:cNvSpPr/>
          <p:nvPr/>
        </p:nvSpPr>
        <p:spPr>
          <a:xfrm>
            <a:off x="8842248" y="6473952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junction</a:t>
            </a:r>
            <a:endParaRPr lang="en-US" sz="700" dirty="0"/>
          </a:p>
        </p:txBody>
      </p:sp>
      <p:sp>
        <p:nvSpPr>
          <p:cNvPr id="802" name="Shape 800"/>
          <p:cNvSpPr/>
          <p:nvPr/>
        </p:nvSpPr>
        <p:spPr>
          <a:xfrm>
            <a:off x="9674352" y="6473952"/>
            <a:ext cx="128016" cy="128016"/>
          </a:xfrm>
          <a:prstGeom prst="ellipse">
            <a:avLst/>
          </a:prstGeom>
          <a:solidFill>
            <a:srgbClr val="EAFAF1">
              <a:alpha val="70000"/>
            </a:srgbClr>
          </a:solidFill>
          <a:ln w="25400">
            <a:solidFill>
              <a:srgbClr val="1E8449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3" name="Text 801"/>
          <p:cNvSpPr/>
          <p:nvPr/>
        </p:nvSpPr>
        <p:spPr>
          <a:xfrm>
            <a:off x="9848088" y="6473952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Correctly separated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114</Words>
  <Application>Microsoft Office PowerPoint</Application>
  <PresentationFormat>와이드스크린</PresentationFormat>
  <Paragraphs>35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정섭 이</cp:lastModifiedBy>
  <cp:revision>3</cp:revision>
  <dcterms:created xsi:type="dcterms:W3CDTF">2026-03-22T14:44:52Z</dcterms:created>
  <dcterms:modified xsi:type="dcterms:W3CDTF">2026-03-23T02:32:25Z</dcterms:modified>
</cp:coreProperties>
</file>