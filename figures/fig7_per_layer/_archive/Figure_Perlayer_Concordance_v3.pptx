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93392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527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65836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6791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208483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1056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1129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392" y="351129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53212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93776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392" y="493776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9585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6422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392" y="636422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47872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47872" y="685800"/>
          <a:ext cx="3657600" cy="914400"/>
        </p:xfrm>
        <a:graphic>
          <a:graphicData uri="http://schemas.openxmlformats.org/drawingml/2006/table">
            <a:tbl>
              <a:tblPr/>
              <a:tblGrid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  <a:gridCol w="192505"/>
              </a:tblGrid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R²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 R²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 MAE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 ±3%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 MAE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 ±3%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0"/>
          <p:cNvSpPr/>
          <p:nvPr/>
        </p:nvSpPr>
        <p:spPr>
          <a:xfrm>
            <a:off x="4050792" y="521208"/>
            <a:ext cx="512064" cy="146304"/>
          </a:xfrm>
          <a:prstGeom prst="rect">
            <a:avLst/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24" name="Text 11"/>
          <p:cNvSpPr/>
          <p:nvPr/>
        </p:nvSpPr>
        <p:spPr>
          <a:xfrm>
            <a:off x="4050792" y="5212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500" dirty="0"/>
          </a:p>
        </p:txBody>
      </p:sp>
      <p:sp>
        <p:nvSpPr>
          <p:cNvPr id="25" name="Shape 12"/>
          <p:cNvSpPr/>
          <p:nvPr/>
        </p:nvSpPr>
        <p:spPr>
          <a:xfrm>
            <a:off x="4562856" y="521208"/>
            <a:ext cx="512064" cy="146304"/>
          </a:xfrm>
          <a:prstGeom prst="rect">
            <a:avLst/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4562856" y="5212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 R²</a:t>
            </a:r>
            <a:endParaRPr lang="en-US" sz="500" dirty="0"/>
          </a:p>
        </p:txBody>
      </p:sp>
      <p:sp>
        <p:nvSpPr>
          <p:cNvPr id="27" name="Shape 14"/>
          <p:cNvSpPr/>
          <p:nvPr/>
        </p:nvSpPr>
        <p:spPr>
          <a:xfrm>
            <a:off x="5074920" y="521208"/>
            <a:ext cx="512064" cy="146304"/>
          </a:xfrm>
          <a:prstGeom prst="rect">
            <a:avLst/>
          </a:prstGeom>
          <a:solidFill>
            <a:srgbClr val="8E44AD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28" name="Text 15"/>
          <p:cNvSpPr/>
          <p:nvPr/>
        </p:nvSpPr>
        <p:spPr>
          <a:xfrm>
            <a:off x="5074920" y="5212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500" dirty="0"/>
          </a:p>
        </p:txBody>
      </p:sp>
      <p:sp>
        <p:nvSpPr>
          <p:cNvPr id="29" name="Shape 16"/>
          <p:cNvSpPr/>
          <p:nvPr/>
        </p:nvSpPr>
        <p:spPr>
          <a:xfrm>
            <a:off x="5586984" y="521208"/>
            <a:ext cx="512064" cy="146304"/>
          </a:xfrm>
          <a:prstGeom prst="rect">
            <a:avLst/>
          </a:prstGeom>
          <a:solidFill>
            <a:srgbClr val="8E44AD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30" name="Text 17"/>
          <p:cNvSpPr/>
          <p:nvPr/>
        </p:nvSpPr>
        <p:spPr>
          <a:xfrm>
            <a:off x="5586984" y="5212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</a:t>
            </a:r>
            <a:endParaRPr lang="en-US" sz="500" dirty="0"/>
          </a:p>
        </p:txBody>
      </p:sp>
      <p:sp>
        <p:nvSpPr>
          <p:cNvPr id="31" name="Shape 18"/>
          <p:cNvSpPr/>
          <p:nvPr/>
        </p:nvSpPr>
        <p:spPr>
          <a:xfrm>
            <a:off x="6099048" y="521208"/>
            <a:ext cx="512064" cy="146304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2" name="Text 19"/>
          <p:cNvSpPr/>
          <p:nvPr/>
        </p:nvSpPr>
        <p:spPr>
          <a:xfrm>
            <a:off x="6099048" y="5212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500" dirty="0"/>
          </a:p>
        </p:txBody>
      </p:sp>
      <p:sp>
        <p:nvSpPr>
          <p:cNvPr id="33" name="Shape 20"/>
          <p:cNvSpPr/>
          <p:nvPr/>
        </p:nvSpPr>
        <p:spPr>
          <a:xfrm>
            <a:off x="6611112" y="521208"/>
            <a:ext cx="512064" cy="146304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4" name="Text 21"/>
          <p:cNvSpPr/>
          <p:nvPr/>
        </p:nvSpPr>
        <p:spPr>
          <a:xfrm>
            <a:off x="6611112" y="5212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066544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09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65836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5481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9745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199745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38872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654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544" y="333654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22630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67563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6544" y="467563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5653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01472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6544" y="601472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785616" y="658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13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11480" y="61264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11480" y="63550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11480" y="65836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11480" y="68122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2026-03-25T06:46:31Z</dcterms:created>
  <dcterms:modified xsi:type="dcterms:W3CDTF">2026-03-25T06:46:31Z</dcterms:modified>
</cp:coreProperties>
</file>