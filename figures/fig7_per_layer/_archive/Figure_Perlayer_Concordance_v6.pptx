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84832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4173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84124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8437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6771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226771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2702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9417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832" y="369417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69671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2064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832" y="512064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712317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54710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4832" y="654710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93592" y="594360"/>
            <a:ext cx="3465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Per-layer Metrics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1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R²</a:t>
            </a:r>
            <a:endParaRPr lang="en-US" sz="1000" dirty="0"/>
          </a:p>
        </p:txBody>
      </p:sp>
      <p:sp>
        <p:nvSpPr>
          <p:cNvPr id="24" name="Shape 12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13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R²</a:t>
            </a:r>
            <a:endParaRPr lang="en-US" sz="1000" dirty="0"/>
          </a:p>
        </p:txBody>
      </p:sp>
      <p:sp>
        <p:nvSpPr>
          <p:cNvPr id="26" name="Shape 14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15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MAE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17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±3%</a:t>
            </a:r>
            <a:endParaRPr lang="en-US" sz="1000" dirty="0"/>
          </a:p>
        </p:txBody>
      </p:sp>
      <p:sp>
        <p:nvSpPr>
          <p:cNvPr id="30" name="Shape 18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19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MAE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21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±3%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93592" y="1060704"/>
          <a:ext cx="3465576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57984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3736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84" y="84124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7127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8033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218033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0518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1942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7984" y="351942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3908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5851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7984" y="485851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7299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19760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7984" y="619760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877056" y="841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unified table on Slide 1 for all metrics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26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11480" y="6217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1480" y="6537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11480" y="6858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1480" y="7178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2026-03-25T13:37:22Z</dcterms:created>
  <dcterms:modified xsi:type="dcterms:W3CDTF">2026-03-25T13:37:22Z</dcterms:modified>
</cp:coreProperties>
</file>