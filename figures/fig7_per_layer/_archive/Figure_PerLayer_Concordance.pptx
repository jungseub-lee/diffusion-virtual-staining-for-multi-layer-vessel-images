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eub1\Desktop\[Paper] Diffusion virtual staining paper\analysis_output\Figure_perlayer_concor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274320"/>
            <a:ext cx="6492240" cy="35554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401264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depth-aware concordance between GT and model-predicted multi-color virtual staining. Bottom layer (Red, ●) and Top layer (Blue, ■) are independently compared. Bottom 20% excluded (ECM baseline). Hole-filling applied. N=215 per layer.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2026-03-23T03:52:24Z</dcterms:created>
  <dcterms:modified xsi:type="dcterms:W3CDTF">2026-03-23T03:52:24Z</dcterms:modified>
</cp:coreProperties>
</file>