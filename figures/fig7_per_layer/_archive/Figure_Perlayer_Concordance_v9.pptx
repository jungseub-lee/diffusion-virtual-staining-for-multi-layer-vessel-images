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Area &amp; Length (R² Scatter)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Separation: R&gt;B = Bottom, B&gt;R = Top | N=228 | Bottom 20% excluded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84832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4173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371600" cy="13716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841248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8437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scatter_LBBDM_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67712"/>
            <a:ext cx="1371600" cy="1371600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scatter_LBBDM_leng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2267712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2702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scatter_WGANGP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94176"/>
            <a:ext cx="1371600" cy="1371600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scatter_WGANGP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832" y="369417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69671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scatter_Pix2pix_are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120640"/>
            <a:ext cx="1371600" cy="1371600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scatter_Pix2pix_leng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4832" y="5120640"/>
            <a:ext cx="1371600" cy="1371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712317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547104"/>
            <a:ext cx="1371600" cy="1371600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4832" y="6547104"/>
            <a:ext cx="1371600" cy="13716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593592" y="594360"/>
            <a:ext cx="3465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Per-layer Metrics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1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R²</a:t>
            </a:r>
            <a:endParaRPr lang="en-US" sz="1000" dirty="0"/>
          </a:p>
        </p:txBody>
      </p:sp>
      <p:sp>
        <p:nvSpPr>
          <p:cNvPr id="24" name="Shape 12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13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R²</a:t>
            </a:r>
            <a:endParaRPr lang="en-US" sz="1000" dirty="0"/>
          </a:p>
        </p:txBody>
      </p:sp>
      <p:sp>
        <p:nvSpPr>
          <p:cNvPr id="26" name="Shape 14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15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MAE</a:t>
            </a:r>
            <a:endParaRPr lang="en-US" sz="1000" dirty="0"/>
          </a:p>
        </p:txBody>
      </p:sp>
      <p:sp>
        <p:nvSpPr>
          <p:cNvPr id="28" name="Shape 16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17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±3%</a:t>
            </a:r>
            <a:endParaRPr lang="en-US" sz="1000" dirty="0"/>
          </a:p>
        </p:txBody>
      </p:sp>
      <p:sp>
        <p:nvSpPr>
          <p:cNvPr id="30" name="Shape 18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19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MAE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21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±3%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93592" y="1060704"/>
          <a:ext cx="3465576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Junctions &amp; Endpoints (Bland-Altman)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metrics (0-30 range): MAE + % within ±3 are more appropriate than R²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57984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37363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ba_PBBDM_j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444752" cy="1284224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ba_PBBDM_end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84" y="841248"/>
            <a:ext cx="1444752" cy="1284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7127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ba_L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80336"/>
            <a:ext cx="1444752" cy="1284224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ba_L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2180336"/>
            <a:ext cx="1444752" cy="12842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0518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ba_WGANGP_j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19424"/>
            <a:ext cx="1444752" cy="1284224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ba_WGANGP_endpoi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7984" y="3519424"/>
            <a:ext cx="1444752" cy="12842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3908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ba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858512"/>
            <a:ext cx="1444752" cy="1284224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ba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7984" y="4858512"/>
            <a:ext cx="1444752" cy="12842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7299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ba_LSGAN_junctio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197600"/>
            <a:ext cx="1444752" cy="1284224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ba_LSGAN_endpoin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7984" y="6197600"/>
            <a:ext cx="1444752" cy="128422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877056" y="841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unified table on Slide 1 for all metrics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Per-layer Metric Comparison</a:t>
            </a:r>
            <a:endParaRPr lang="en-US" sz="2600" dirty="0"/>
          </a:p>
        </p:txBody>
      </p:sp>
      <p:pic>
        <p:nvPicPr>
          <p:cNvPr id="3" name="Image 0" descr="C:\Users\seub1\Desktop\[Paper] Diffusion virtual staining paper\analysis_output\scatter_panels_v2\summary_ma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943600" cy="2377440"/>
          </a:xfrm>
          <a:prstGeom prst="rect">
            <a:avLst/>
          </a:prstGeom>
        </p:spPr>
      </p:pic>
      <p:pic>
        <p:nvPicPr>
          <p:cNvPr id="4" name="Image 1" descr="C:\Users\seub1\Desktop\[Paper] Diffusion virtual staining paper\analysis_output\scatter_panels_v2\summary_pct3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59436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" y="5852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11480" y="6217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JN MAE ≤ 1.6 with 84-88% agreement within ±3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11480" y="6537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show 2-3× higher EP MAE (WGANGP: 4.6-4.8) indicating poor topological fidelity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11480" y="6858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(R&gt;B) and Top (B&gt;R) layers show consistent patterns across all models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1480" y="7178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Area/Length R² &gt; 0.84 for diffusion models confirms strong morphometric concordance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2026-03-25T13:58:57Z</dcterms:created>
  <dcterms:modified xsi:type="dcterms:W3CDTF">2026-03-25T13:58:57Z</dcterms:modified>
</cp:coreProperties>
</file>