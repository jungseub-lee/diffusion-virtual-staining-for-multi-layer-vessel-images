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Diffusion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20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Channel Separation (R&gt;B = Bottom layer, B&gt;R = Top layer) | N=228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 rot="16200000">
            <a:off x="18288" y="15636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4813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Area</a:t>
            </a:r>
            <a:endParaRPr lang="en-US" sz="700" dirty="0"/>
          </a:p>
        </p:txBody>
      </p:sp>
      <p:pic>
        <p:nvPicPr>
          <p:cNvPr id="6" name="Image 0" descr="C:\Users\seub1\Desktop\[Paper] Diffusion virtual staining paper\analysis_output\scatter_panels\scatter_PBBDM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58368"/>
            <a:ext cx="1481328" cy="1481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502920"/>
            <a:ext cx="14813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Length</a:t>
            </a:r>
            <a:endParaRPr lang="en-US" sz="700" dirty="0"/>
          </a:p>
        </p:txBody>
      </p:sp>
      <p:pic>
        <p:nvPicPr>
          <p:cNvPr id="8" name="Image 1" descr="C:\Users\seub1\Desktop\[Paper] Diffusion virtual staining paper\analysis_output\scatter_panels\scatter_PBBDM_leng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658368"/>
            <a:ext cx="1481328" cy="1481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4720" y="502920"/>
            <a:ext cx="14813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</a:t>
            </a:r>
            <a:endParaRPr lang="en-US" sz="700" dirty="0"/>
          </a:p>
        </p:txBody>
      </p:sp>
      <p:pic>
        <p:nvPicPr>
          <p:cNvPr id="10" name="Image 2" descr="C:\Users\seub1\Desktop\[Paper] Diffusion virtual staining paper\analysis_output\scatter_panels\scatter_PBBDM_junc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658368"/>
            <a:ext cx="1481328" cy="14813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29200" y="502920"/>
            <a:ext cx="14813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700" dirty="0"/>
          </a:p>
        </p:txBody>
      </p:sp>
      <p:pic>
        <p:nvPicPr>
          <p:cNvPr id="12" name="Image 3" descr="C:\Users\seub1\Desktop\[Paper] Diffusion virtual staining paper\analysis_output\scatter_panels\scatter_PBBDM_endpoi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658368"/>
            <a:ext cx="1481328" cy="14813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 rot="16200000">
            <a:off x="18288" y="32095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900" dirty="0"/>
          </a:p>
        </p:txBody>
      </p:sp>
      <p:pic>
        <p:nvPicPr>
          <p:cNvPr id="14" name="Image 4" descr="C:\Users\seub1\Desktop\[Paper] Diffusion virtual staining paper\analysis_output\scatter_panels\scatter_LBBDM_ar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331720"/>
            <a:ext cx="1481328" cy="1481328"/>
          </a:xfrm>
          <a:prstGeom prst="rect">
            <a:avLst/>
          </a:prstGeom>
        </p:spPr>
      </p:pic>
      <p:pic>
        <p:nvPicPr>
          <p:cNvPr id="15" name="Image 5" descr="C:\Users\seub1\Desktop\[Paper] Diffusion virtual staining paper\analysis_output\scatter_panels\scatter_LBBDM_leng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2331720"/>
            <a:ext cx="1481328" cy="1481328"/>
          </a:xfrm>
          <a:prstGeom prst="rect">
            <a:avLst/>
          </a:prstGeom>
        </p:spPr>
      </p:pic>
      <p:pic>
        <p:nvPicPr>
          <p:cNvPr id="16" name="Image 6" descr="C:\Users\seub1\Desktop\[Paper] Diffusion virtual staining paper\analysis_output\scatter_panels\scatter_LBBDM_junction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331720"/>
            <a:ext cx="1481328" cy="1481328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\scatter_LBBDM_endpoin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331720"/>
            <a:ext cx="1481328" cy="148132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228600" y="411480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Summary (Diffusion Models)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6309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0.542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GAN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320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Channel Separation (R&gt;B = Bottom layer, B&gt;R = Top layer) | N=228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 rot="16200000">
            <a:off x="18288" y="12893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14813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Area</a:t>
            </a:r>
            <a:endParaRPr lang="en-US" sz="700" dirty="0"/>
          </a:p>
        </p:txBody>
      </p:sp>
      <p:pic>
        <p:nvPicPr>
          <p:cNvPr id="6" name="Image 0" descr="C:\Users\seub1\Desktop\[Paper] Diffusion virtual staining paper\analysis_output\scatter_panels\scatter_WGANGP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1481328" cy="1481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502920"/>
            <a:ext cx="14813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Length</a:t>
            </a:r>
            <a:endParaRPr lang="en-US" sz="700" dirty="0"/>
          </a:p>
        </p:txBody>
      </p:sp>
      <p:pic>
        <p:nvPicPr>
          <p:cNvPr id="8" name="Image 1" descr="C:\Users\seub1\Desktop\[Paper] Diffusion virtual staining paper\analysis_output\scatter_panels\scatter_WGANGP_leng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640080"/>
            <a:ext cx="1481328" cy="1481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4720" y="502920"/>
            <a:ext cx="14813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</a:t>
            </a:r>
            <a:endParaRPr lang="en-US" sz="700" dirty="0"/>
          </a:p>
        </p:txBody>
      </p:sp>
      <p:pic>
        <p:nvPicPr>
          <p:cNvPr id="10" name="Image 2" descr="C:\Users\seub1\Desktop\[Paper] Diffusion virtual staining paper\analysis_output\scatter_panels\scatter_WGANGP_junc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640080"/>
            <a:ext cx="1481328" cy="14813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29200" y="502920"/>
            <a:ext cx="148132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700" dirty="0"/>
          </a:p>
        </p:txBody>
      </p:sp>
      <p:pic>
        <p:nvPicPr>
          <p:cNvPr id="12" name="Image 3" descr="C:\Users\seub1\Desktop\[Paper] Diffusion virtual staining paper\analysis_output\scatter_panels\scatter_WGANGP_endpoi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640080"/>
            <a:ext cx="1481328" cy="14813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 rot="16200000">
            <a:off x="18288" y="3136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900" dirty="0"/>
          </a:p>
        </p:txBody>
      </p:sp>
      <p:pic>
        <p:nvPicPr>
          <p:cNvPr id="14" name="Image 4" descr="C:\Users\seub1\Desktop\[Paper] Diffusion virtual staining paper\analysis_output\scatter_panels\scatter_Pix2pix_ar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487168"/>
            <a:ext cx="1481328" cy="1481328"/>
          </a:xfrm>
          <a:prstGeom prst="rect">
            <a:avLst/>
          </a:prstGeom>
        </p:spPr>
      </p:pic>
      <p:pic>
        <p:nvPicPr>
          <p:cNvPr id="15" name="Image 5" descr="C:\Users\seub1\Desktop\[Paper] Diffusion virtual staining paper\analysis_output\scatter_panels\scatter_Pix2pix_leng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2487168"/>
            <a:ext cx="1481328" cy="1481328"/>
          </a:xfrm>
          <a:prstGeom prst="rect">
            <a:avLst/>
          </a:prstGeom>
        </p:spPr>
      </p:pic>
      <p:pic>
        <p:nvPicPr>
          <p:cNvPr id="16" name="Image 6" descr="C:\Users\seub1\Desktop\[Paper] Diffusion virtual staining paper\analysis_output\scatter_panels\scatter_Pix2pix_junction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487168"/>
            <a:ext cx="1481328" cy="1481328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\scatter_Pix2pix_endpoin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487168"/>
            <a:ext cx="1481328" cy="148132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18288" y="4983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900" dirty="0"/>
          </a:p>
        </p:txBody>
      </p:sp>
      <p:pic>
        <p:nvPicPr>
          <p:cNvPr id="19" name="Image 8" descr="C:\Users\seub1\Desktop\[Paper] Diffusion virtual staining paper\analysis_output\scatter_panels\scatter_LSGAN_are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4334256"/>
            <a:ext cx="1481328" cy="1481328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\scatter_LSGAN_lengt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20240" y="4334256"/>
            <a:ext cx="1481328" cy="1481328"/>
          </a:xfrm>
          <a:prstGeom prst="rect">
            <a:avLst/>
          </a:prstGeom>
        </p:spPr>
      </p:pic>
      <p:pic>
        <p:nvPicPr>
          <p:cNvPr id="21" name="Image 10" descr="C:\Users\seub1\Desktop\[Paper] Diffusion virtual staining paper\analysis_output\scatter_panels\scatter_LSGAN_junction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720" y="4334256"/>
            <a:ext cx="1481328" cy="1481328"/>
          </a:xfrm>
          <a:prstGeom prst="rect">
            <a:avLst/>
          </a:prstGeom>
        </p:spPr>
      </p:pic>
      <p:pic>
        <p:nvPicPr>
          <p:cNvPr id="22" name="Image 11" descr="C:\Users\seub1\Desktop\[Paper] Diffusion virtual staining paper\analysis_output\scatter_panels\scatter_LSGAN_endpoint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4334256"/>
            <a:ext cx="1481328" cy="1481328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228600" y="585216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Summary (GAN Models)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053328"/>
          <a:ext cx="6309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10"/>
          <p:cNvSpPr/>
          <p:nvPr/>
        </p:nvSpPr>
        <p:spPr>
          <a:xfrm>
            <a:off x="228600" y="6858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 (PBBDM, LBBDM) achieve R² &gt; 0.84 for Area/Length across both layers,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GANs show substantially lower concordance especially for Top layer (B&gt;R) Junctions.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Comparison Across All Models</a:t>
            </a:r>
            <a:endParaRPr lang="en-US" sz="1300" dirty="0"/>
          </a:p>
        </p:txBody>
      </p:sp>
      <p:pic>
        <p:nvPicPr>
          <p:cNvPr id="3" name="Image 0" descr="C:\Users\seub1\Desktop\[Paper] Diffusion virtual staining paper\analysis_output\Figure_perlayer_concordance_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"/>
            <a:ext cx="6675120" cy="8321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2026-03-24T09:36:46Z</dcterms:created>
  <dcterms:modified xsi:type="dcterms:W3CDTF">2026-03-24T09:36:46Z</dcterms:modified>
</cp:coreProperties>
</file>