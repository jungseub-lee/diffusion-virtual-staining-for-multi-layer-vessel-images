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pic>
        <p:nvPicPr>
          <p:cNvPr id="3" name="Image 0" descr="C:\Users\seub1\Desktop\[Paper] Diffusion virtual staining paper\analysis_output\panel_a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6309360" cy="3520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37037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pic>
        <p:nvPicPr>
          <p:cNvPr id="5" name="Image 1" descr="C:\Users\seub1\Desktop\[Paper] Diffusion virtual staining paper\analysis_output\panel_b_18-19-512_b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" y="3886608"/>
            <a:ext cx="1463040" cy="1463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37403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700" dirty="0"/>
          </a:p>
        </p:txBody>
      </p:sp>
      <p:pic>
        <p:nvPicPr>
          <p:cNvPr id="7" name="Image 2" descr="C:\Users\seub1\Desktop\[Paper] Diffusion virtual staining paper\analysis_output\panel_b_18-19-512_f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01368" y="3886608"/>
            <a:ext cx="1463040" cy="1463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01368" y="37403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FL (GT)</a:t>
            </a:r>
            <a:endParaRPr lang="en-US" sz="700" dirty="0"/>
          </a:p>
        </p:txBody>
      </p:sp>
      <p:pic>
        <p:nvPicPr>
          <p:cNvPr id="9" name="Image 3" descr="C:\Users\seub1\Desktop\[Paper] Diffusion virtual staining paper\analysis_output\panel_b_18-19-512_singl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74136" y="3886608"/>
            <a:ext cx="1463040" cy="1463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74136" y="37403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Skeleton</a:t>
            </a:r>
            <a:endParaRPr lang="en-US" sz="700" dirty="0"/>
          </a:p>
        </p:txBody>
      </p:sp>
      <p:pic>
        <p:nvPicPr>
          <p:cNvPr id="11" name="Image 4" descr="C:\Users\seub1\Desktop\[Paper] Diffusion virtual staining paper\analysis_output\panel_b_18-19-512_multi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46904" y="3886608"/>
            <a:ext cx="1463040" cy="1463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46904" y="37403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 Skeleton</a:t>
            </a:r>
            <a:endParaRPr lang="en-US" sz="700" dirty="0"/>
          </a:p>
        </p:txBody>
      </p:sp>
      <p:sp>
        <p:nvSpPr>
          <p:cNvPr id="13" name="Text 6"/>
          <p:cNvSpPr/>
          <p:nvPr/>
        </p:nvSpPr>
        <p:spPr>
          <a:xfrm>
            <a:off x="137160" y="54868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11480" y="5514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vs Multi-color GT (normalized to Multi GT = 1.0)</a:t>
            </a:r>
            <a:endParaRPr lang="en-US" sz="800" dirty="0"/>
          </a:p>
        </p:txBody>
      </p:sp>
      <p:pic>
        <p:nvPicPr>
          <p:cNvPr id="15" name="Image 5" descr="C:\Users\seub1\Desktop\[Paper] Diffusion virtual staining paper\analysis_output\panel_c_cle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5669688"/>
            <a:ext cx="3657600" cy="2646599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5898288"/>
          <a:ext cx="26517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94360"/>
                <a:gridCol w="594360"/>
                <a:gridCol w="411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SEM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p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Junction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1.231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±0.088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1.154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±0.031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Length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0.954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±0.010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1.043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±0.005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8"/>
          <p:cNvSpPr/>
          <p:nvPr/>
        </p:nvSpPr>
        <p:spPr>
          <a:xfrm>
            <a:off x="137160" y="840772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411480" y="8435159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fidelity: Model / GT Multi (dashed = 1.0)</a:t>
            </a:r>
            <a:endParaRPr lang="en-US" sz="800" dirty="0"/>
          </a:p>
        </p:txBody>
      </p:sp>
      <p:pic>
        <p:nvPicPr>
          <p:cNvPr id="19" name="Image 6" descr="C:\Users\seub1\Desktop\[Paper] Diffusion virtual staining paper\analysis_output\panel_d_cle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8590607"/>
            <a:ext cx="3657600" cy="2646599"/>
          </a:xfrm>
          <a:prstGeom prst="rect">
            <a:avLst/>
          </a:prstGeom>
        </p:spPr>
      </p:pic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8727767"/>
          <a:ext cx="26517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02920"/>
                <a:gridCol w="365760"/>
                <a:gridCol w="502920"/>
                <a:gridCol w="365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LBBDM</a:t>
                      </a:r>
                      <a:endParaRPr lang="en-US" sz="650" dirty="0"/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PBBDM</a:t>
                      </a:r>
                      <a:endParaRPr lang="en-US" sz="650" dirty="0"/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Junction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0.973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0.787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0.874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0.857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0.766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0.611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0.953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0.653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Length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1.120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0.953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1.084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0.952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1.131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0.974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1.097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0.974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0"/>
          <p:cNvSpPr/>
          <p:nvPr/>
        </p:nvSpPr>
        <p:spPr>
          <a:xfrm>
            <a:off x="137160" y="113286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411480" y="1135607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depth concordance: GT vs Model (Bottom/Top layer, N=215×2)</a:t>
            </a:r>
            <a:endParaRPr lang="en-US" sz="800" dirty="0"/>
          </a:p>
        </p:txBody>
      </p:sp>
      <p:pic>
        <p:nvPicPr>
          <p:cNvPr id="23" name="Image 7" descr="C:\Users\seub1\Desktop\[Paper] Diffusion virtual staining paper\analysis_output\scatter_perlayer_final_r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11511526"/>
            <a:ext cx="6492240" cy="334134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274320" y="8915400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20% excluded (ECM baseline). Hole-filling applied for crossing vessel continuity. N=215 paired samples.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(a) - Editable Schematic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274320" cy="-54864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840480"/>
            <a:ext cx="365760" cy="-82296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017520"/>
            <a:ext cx="274320" cy="-64008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377440"/>
            <a:ext cx="274320" cy="-73152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645920"/>
            <a:ext cx="182880" cy="-54864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3017520"/>
            <a:ext cx="365760" cy="-18288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834640"/>
            <a:ext cx="457200" cy="-18288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651760"/>
            <a:ext cx="457200" cy="-36576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286000"/>
            <a:ext cx="274320" cy="-64008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4389120"/>
            <a:ext cx="-365760" cy="-73152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3657600"/>
            <a:ext cx="-457200" cy="-73152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926080"/>
            <a:ext cx="-457200" cy="-45720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2468880"/>
            <a:ext cx="-457200" cy="-45720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011680"/>
            <a:ext cx="-457200" cy="-64008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926080"/>
            <a:ext cx="-365760" cy="27432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3200400"/>
            <a:ext cx="-365760" cy="27432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474720"/>
            <a:ext cx="-274320" cy="-9144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2468880"/>
            <a:ext cx="274320" cy="27432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280160" y="2103120"/>
            <a:ext cx="274320" cy="27432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920240" y="2331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junction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(Depth-separated)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23360" y="4389120"/>
            <a:ext cx="274320" cy="-54864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3840480"/>
            <a:ext cx="365760" cy="-82296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17520"/>
            <a:ext cx="274320" cy="-64008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377440"/>
            <a:ext cx="274320" cy="-73152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1645920"/>
            <a:ext cx="182880" cy="-54864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017520"/>
            <a:ext cx="365760" cy="-18288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2834640"/>
            <a:ext cx="457200" cy="-18288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2651760"/>
            <a:ext cx="457200" cy="-36576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286000"/>
            <a:ext cx="274320" cy="-64008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389120"/>
            <a:ext cx="-365760" cy="-73152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657600"/>
            <a:ext cx="-457200" cy="-73152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926080"/>
            <a:ext cx="-457200" cy="-45720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468880"/>
            <a:ext cx="-457200" cy="-45720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2011680"/>
            <a:ext cx="-457200" cy="-64008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2926080"/>
            <a:ext cx="-365760" cy="274320"/>
          </a:xfrm>
          <a:prstGeom prst="line">
            <a:avLst/>
          </a:prstGeom>
          <a:noFill/>
          <a:ln w="76200">
            <a:solidFill>
              <a:srgbClr val="CC55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3200400"/>
            <a:ext cx="-365760" cy="274320"/>
          </a:xfrm>
          <a:prstGeom prst="line">
            <a:avLst/>
          </a:prstGeom>
          <a:noFill/>
          <a:ln w="76200">
            <a:solidFill>
              <a:srgbClr val="CC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474720"/>
            <a:ext cx="-274320" cy="-91440"/>
          </a:xfrm>
          <a:prstGeom prst="line">
            <a:avLst/>
          </a:prstGeom>
          <a:noFill/>
          <a:ln w="76200">
            <a:solidFill>
              <a:srgbClr val="CC55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2468880"/>
            <a:ext cx="274320" cy="274320"/>
          </a:xfrm>
          <a:prstGeom prst="ellipse">
            <a:avLst/>
          </a:prstGeom>
          <a:noFill/>
          <a:ln w="25400">
            <a:solidFill>
              <a:srgbClr val="00AA0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63440" y="2103120"/>
            <a:ext cx="274320" cy="274320"/>
          </a:xfrm>
          <a:prstGeom prst="ellipse">
            <a:avLst/>
          </a:prstGeom>
          <a:noFill/>
          <a:ln w="25400">
            <a:solidFill>
              <a:srgbClr val="00AA0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53035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junction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(different depth)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14400" y="4480560"/>
            <a:ext cx="274320" cy="109728"/>
          </a:xfrm>
          <a:prstGeom prst="rect">
            <a:avLst/>
          </a:prstGeom>
          <a:solidFill>
            <a:srgbClr val="CC5555"/>
          </a:solidFill>
          <a:ln/>
        </p:spPr>
      </p:sp>
      <p:sp>
        <p:nvSpPr>
          <p:cNvPr id="46" name="Text 44"/>
          <p:cNvSpPr/>
          <p:nvPr/>
        </p:nvSpPr>
        <p:spPr>
          <a:xfrm>
            <a:off x="1280160" y="44622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(Red)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0" y="4480560"/>
            <a:ext cx="274320" cy="109728"/>
          </a:xfrm>
          <a:prstGeom prst="rect">
            <a:avLst/>
          </a:prstGeom>
          <a:solidFill>
            <a:srgbClr val="4488CC"/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0" y="44622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(Blue)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0" y="4480560"/>
            <a:ext cx="274320" cy="1097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0" name="Text 48"/>
          <p:cNvSpPr/>
          <p:nvPr/>
        </p:nvSpPr>
        <p:spPr>
          <a:xfrm>
            <a:off x="4480560" y="44622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2026-03-23T03:38:02Z</dcterms:created>
  <dcterms:modified xsi:type="dcterms:W3CDTF">2026-03-23T03:38:02Z</dcterms:modified>
</cp:coreProperties>
</file>