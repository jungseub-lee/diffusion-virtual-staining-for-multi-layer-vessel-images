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720072"/>
  <p:notesSz cx="972007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28600" y="320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A: Schematic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from depth_schematic_v9.pptx)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1920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2057400"/>
            <a:ext cx="1497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650" dirty="0"/>
          </a:p>
        </p:txBody>
      </p:sp>
      <p:pic>
        <p:nvPicPr>
          <p:cNvPr id="7" name="Image 0" descr="C:\Users\seub1\Desktop\[Paper] Diffusion virtual staining paper\analysis_output\panel_b_18-19-512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331720"/>
            <a:ext cx="1497330" cy="14973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63090" y="2057400"/>
            <a:ext cx="1497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FL (GT)</a:t>
            </a:r>
            <a:endParaRPr lang="en-US" sz="650" dirty="0"/>
          </a:p>
        </p:txBody>
      </p:sp>
      <p:pic>
        <p:nvPicPr>
          <p:cNvPr id="9" name="Image 1" descr="C:\Users\seub1\Desktop\[Paper] Diffusion virtual staining paper\analysis_output\panel_b_18-19-512_f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090" y="2331720"/>
            <a:ext cx="1497330" cy="14973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97580" y="2057400"/>
            <a:ext cx="1497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Skeleton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BF</a:t>
            </a:r>
            <a:endParaRPr lang="en-US" sz="650" dirty="0"/>
          </a:p>
        </p:txBody>
      </p:sp>
      <p:pic>
        <p:nvPicPr>
          <p:cNvPr id="11" name="Image 2" descr="C:\Users\seub1\Desktop\[Paper] Diffusion virtual staining paper\analysis_output\panel_b_18-19-512_si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331720"/>
            <a:ext cx="1497330" cy="14973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2070" y="2057400"/>
            <a:ext cx="1497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 Skeleton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BF</a:t>
            </a:r>
            <a:endParaRPr lang="en-US" sz="650" dirty="0"/>
          </a:p>
        </p:txBody>
      </p:sp>
      <p:pic>
        <p:nvPicPr>
          <p:cNvPr id="13" name="Image 3" descr="C:\Users\seub1\Desktop\[Paper] Diffusion virtual staining paper\analysis_output\panel_b_18-19-512_mult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70" y="2331720"/>
            <a:ext cx="1497330" cy="14973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8600" y="401193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57200" y="401193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 vs Multi-color GT (Normalized to Single-color GT = 1.0)</a:t>
            </a:r>
            <a:endParaRPr lang="en-US" sz="800" dirty="0"/>
          </a:p>
        </p:txBody>
      </p:sp>
      <p:pic>
        <p:nvPicPr>
          <p:cNvPr id="16" name="Image 4" descr="C:\Users\seub1\Desktop\[Paper] Diffusion virtual staining paper\analysis_output\panel_c_nor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240530"/>
            <a:ext cx="3291840" cy="2103120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4423410"/>
          <a:ext cx="2971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40130"/>
                <a:gridCol w="74295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 / Single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p-value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Junctions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***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***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0"/>
          <p:cNvSpPr/>
          <p:nvPr/>
        </p:nvSpPr>
        <p:spPr>
          <a:xfrm>
            <a:off x="228600" y="657225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457200" y="657225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Multi / GT Multi (Normalized to GT Multi-color = 1.0)</a:t>
            </a:r>
            <a:endParaRPr lang="en-US" sz="800" dirty="0"/>
          </a:p>
        </p:txBody>
      </p:sp>
      <p:pic>
        <p:nvPicPr>
          <p:cNvPr id="20" name="Image 5" descr="C:\Users\seub1\Desktop\[Paper] Diffusion virtual staining paper\analysis_output\panel_d_nor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6800850"/>
            <a:ext cx="3291840" cy="2103120"/>
          </a:xfrm>
          <a:prstGeom prst="rect">
            <a:avLst/>
          </a:prstGeom>
        </p:spPr>
      </p:pic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892290"/>
          <a:ext cx="2971800" cy="914400"/>
        </p:xfrm>
        <a:graphic>
          <a:graphicData uri="http://schemas.openxmlformats.org/drawingml/2006/table">
            <a:tbl>
              <a:tblPr/>
              <a:tblGrid>
                <a:gridCol w="509451"/>
                <a:gridCol w="424543"/>
                <a:gridCol w="424543"/>
                <a:gridCol w="297180"/>
                <a:gridCol w="424543"/>
                <a:gridCol w="424543"/>
                <a:gridCol w="2971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A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A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AA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Junction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0.787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0.766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***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***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0.974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***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0.974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2026-03-23T06:27:09Z</dcterms:created>
  <dcterms:modified xsi:type="dcterms:W3CDTF">2026-03-23T06:27:09Z</dcterms:modified>
</cp:coreProperties>
</file>