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3200400"/>
  <p:notesSz cx="32004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45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80060" y="320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Brightfield</a:t>
            </a:r>
            <a:endParaRPr lang="en-US" sz="900" dirty="0"/>
          </a:p>
        </p:txBody>
      </p:sp>
      <p:pic>
        <p:nvPicPr>
          <p:cNvPr id="4" name="Image 0" descr="C:\Users\seub1\Desktop\[Paper] Diffusion virtual staining paper\analysis_output\paper_panels_depth\fig1e_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1005840"/>
            <a:ext cx="1234440" cy="1234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0060" y="1005840"/>
            <a:ext cx="1234440" cy="1234440"/>
          </a:xfrm>
          <a:prstGeom prst="rect">
            <a:avLst/>
          </a:prstGeom>
          <a:noFill/>
          <a:ln w="25400">
            <a:solidFill>
              <a:srgbClr val="7F8C8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14500" y="14401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714500" y="17602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Staining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2217420" y="320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217420" y="1005840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ECF0F1"/>
          </a:solidFill>
          <a:ln w="25400">
            <a:solidFill>
              <a:srgbClr val="2C3E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17420" y="125272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217420" y="156133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Brownian Bridge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451860" y="14401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954780" y="320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Depth-encoded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Fluorescence</a:t>
            </a:r>
            <a:endParaRPr lang="en-US" sz="900" dirty="0"/>
          </a:p>
        </p:txBody>
      </p:sp>
      <p:pic>
        <p:nvPicPr>
          <p:cNvPr id="14" name="Image 1" descr="C:\Users\seub1\Desktop\[Paper] Diffusion virtual staining paper\analysis_output\paper_panels_depth\fig1e_g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1005840"/>
            <a:ext cx="1234440" cy="12344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954780" y="1005840"/>
            <a:ext cx="1234440" cy="1234440"/>
          </a:xfrm>
          <a:prstGeom prst="rect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89220" y="14401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189220" y="17602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5692140" y="320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Depth-layer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</a:t>
            </a:r>
            <a:endParaRPr lang="en-US" sz="900" dirty="0"/>
          </a:p>
        </p:txBody>
      </p:sp>
      <p:pic>
        <p:nvPicPr>
          <p:cNvPr id="19" name="Image 2" descr="C:\Users\seub1\Desktop\[Paper] Diffusion virtual staining paper\analysis_output\paper_panels_depth\fig1e_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140" y="1005840"/>
            <a:ext cx="1234440" cy="58064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692140" y="1005840"/>
            <a:ext cx="1234440" cy="580644"/>
          </a:xfrm>
          <a:prstGeom prst="rect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73852" y="1204722"/>
            <a:ext cx="548640" cy="18288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(B&gt;R)</a:t>
            </a:r>
            <a:endParaRPr lang="en-US" sz="600" dirty="0"/>
          </a:p>
        </p:txBody>
      </p:sp>
      <p:pic>
        <p:nvPicPr>
          <p:cNvPr id="22" name="Image 3" descr="C:\Users\seub1\Desktop\[Paper] Diffusion virtual staining paper\analysis_output\paper_panels_depth\fig1e_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140" y="1659636"/>
            <a:ext cx="1234440" cy="58064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692140" y="1659636"/>
            <a:ext cx="1234440" cy="580644"/>
          </a:xfrm>
          <a:prstGeom prst="rect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673852" y="1858518"/>
            <a:ext cx="548640" cy="18288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(R&gt;B)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>
            <a:off x="6926580" y="14401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926580" y="17602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Skeletonize</a:t>
            </a:r>
            <a:endParaRPr lang="en-US" sz="600" dirty="0"/>
          </a:p>
          <a:p>
            <a:pPr algn="ctr" indent="0" marL="0">
              <a:buNone/>
            </a:pPr>
            <a:r>
              <a:rPr lang="en-US" sz="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Quantify</a:t>
            </a:r>
            <a:endParaRPr lang="en-US" sz="600" dirty="0"/>
          </a:p>
        </p:txBody>
      </p:sp>
      <p:sp>
        <p:nvSpPr>
          <p:cNvPr id="27" name="Text 21"/>
          <p:cNvSpPr/>
          <p:nvPr/>
        </p:nvSpPr>
        <p:spPr>
          <a:xfrm>
            <a:off x="7429500" y="3200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Morphometrics</a:t>
            </a:r>
            <a:endParaRPr lang="en-US" sz="900" dirty="0"/>
          </a:p>
        </p:txBody>
      </p:sp>
      <p:pic>
        <p:nvPicPr>
          <p:cNvPr id="28" name="Image 4" descr="C:\Users\seub1\Desktop\[Paper] Diffusion virtual staining paper\analysis_output\paper_panels_depth\fig1e_sk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1005840"/>
            <a:ext cx="1234440" cy="123444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429500" y="1005840"/>
            <a:ext cx="1234440" cy="1234440"/>
          </a:xfrm>
          <a:prstGeom prst="rect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429500" y="2286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6515100" y="2834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</a:t>
            </a:r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  </a:t>
            </a:r>
            <a:pPr algn="ctr" indent="0" marL="0">
              <a:buNone/>
            </a:pPr>
            <a:r>
              <a:rPr lang="en-US" sz="700" b="1" dirty="0">
                <a:solidFill>
                  <a:srgbClr val="CC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</a:t>
            </a:r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  </a:t>
            </a:r>
            <a:pPr algn="ctr" indent="0" marL="0">
              <a:buNone/>
            </a:pPr>
            <a:r>
              <a:rPr lang="en-US" sz="700" b="1" dirty="0">
                <a:solidFill>
                  <a:srgbClr val="33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</a:t>
            </a:r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  </a:t>
            </a:r>
            <a:pPr algn="ctr" indent="0" marL="0">
              <a:buNone/>
            </a:pPr>
            <a:r>
              <a:rPr lang="en-US" sz="700" b="1" dirty="0">
                <a:solidFill>
                  <a:srgbClr val="B46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</a:t>
            </a:r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2026-03-25T02:37:07Z</dcterms:created>
  <dcterms:modified xsi:type="dcterms:W3CDTF">2026-03-25T02:37:07Z</dcterms:modified>
</cp:coreProperties>
</file>