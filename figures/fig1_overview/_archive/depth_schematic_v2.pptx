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594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Single-color Fluorescence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Depth-encoded Multi-color Fluorescence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0" y="137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Skeletonization (per-layer)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548640"/>
            <a:ext cx="4389120" cy="27432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80160"/>
            <a:ext cx="3840480" cy="502920"/>
          </a:xfrm>
          <a:prstGeom prst="roundRect">
            <a:avLst>
              <a:gd name="adj" fmla="val 45000"/>
            </a:avLst>
          </a:prstGeom>
          <a:solidFill>
            <a:srgbClr val="3DDC84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194560"/>
            <a:ext cx="1371600" cy="411480"/>
          </a:xfrm>
          <a:prstGeom prst="roundRect">
            <a:avLst>
              <a:gd name="adj" fmla="val 45000"/>
            </a:avLst>
          </a:prstGeom>
          <a:solidFill>
            <a:srgbClr val="3DDC84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1737360"/>
            <a:ext cx="914400" cy="457200"/>
          </a:xfrm>
          <a:prstGeom prst="roundRect">
            <a:avLst>
              <a:gd name="adj" fmla="val 45000"/>
            </a:avLst>
          </a:prstGeom>
          <a:solidFill>
            <a:srgbClr val="3DDC84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1097280"/>
            <a:ext cx="1371600" cy="411480"/>
          </a:xfrm>
          <a:prstGeom prst="roundRect">
            <a:avLst>
              <a:gd name="adj" fmla="val 45000"/>
            </a:avLst>
          </a:prstGeom>
          <a:solidFill>
            <a:srgbClr val="3DDC84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600200"/>
            <a:ext cx="411480" cy="1188720"/>
          </a:xfrm>
          <a:prstGeom prst="roundRect">
            <a:avLst>
              <a:gd name="adj" fmla="val 45000"/>
            </a:avLst>
          </a:prstGeom>
          <a:solidFill>
            <a:srgbClr val="3DDC84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80160" y="1051560"/>
            <a:ext cx="365760" cy="822960"/>
          </a:xfrm>
          <a:prstGeom prst="roundRect">
            <a:avLst>
              <a:gd name="adj" fmla="val 45000"/>
            </a:avLst>
          </a:prstGeom>
          <a:solidFill>
            <a:srgbClr val="3DDC84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2194560"/>
            <a:ext cx="777240" cy="365760"/>
          </a:xfrm>
          <a:prstGeom prst="roundRect">
            <a:avLst>
              <a:gd name="adj" fmla="val 45000"/>
            </a:avLst>
          </a:prstGeom>
          <a:solidFill>
            <a:srgbClr val="3DDC84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011680" y="1325880"/>
            <a:ext cx="777240" cy="777240"/>
          </a:xfrm>
          <a:prstGeom prst="ellipse">
            <a:avLst/>
          </a:prstGeom>
          <a:solidFill>
            <a:srgbClr val="FFFFFF">
              <a:alpha val="8000"/>
            </a:srgbClr>
          </a:solidFill>
          <a:ln w="15240">
            <a:solidFill>
              <a:srgbClr val="FFFFF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965960" y="21031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vessels: single color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depth information)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1920240"/>
            <a:ext cx="731520" cy="0"/>
          </a:xfrm>
          <a:prstGeom prst="line">
            <a:avLst/>
          </a:prstGeom>
          <a:noFill/>
          <a:ln w="3175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52160" y="548640"/>
            <a:ext cx="4389120" cy="27432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508760"/>
            <a:ext cx="365760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2468880"/>
            <a:ext cx="2011680" cy="-137160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1508760"/>
            <a:ext cx="0" cy="109728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914400"/>
            <a:ext cx="0" cy="59436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2377440"/>
            <a:ext cx="73152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2377440"/>
            <a:ext cx="45720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53528" y="1344168"/>
            <a:ext cx="329184" cy="329184"/>
          </a:xfrm>
          <a:prstGeom prst="ellipse">
            <a:avLst/>
          </a:prstGeom>
          <a:solidFill>
            <a:srgbClr val="440000"/>
          </a:solidFill>
          <a:ln w="38100">
            <a:solidFill>
              <a:srgbClr val="F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08392" y="138074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82712" y="1234440"/>
            <a:ext cx="548640" cy="137160"/>
          </a:xfrm>
          <a:prstGeom prst="line">
            <a:avLst/>
          </a:prstGeom>
          <a:noFill/>
          <a:ln w="19050">
            <a:solidFill>
              <a:srgbClr val="FF4444"/>
            </a:solidFill>
            <a:prstDash val="solid"/>
            <a:tailEnd type="stealth"/>
          </a:ln>
        </p:spPr>
      </p:sp>
      <p:sp>
        <p:nvSpPr>
          <p:cNvPr id="30" name="Shape 28"/>
          <p:cNvSpPr/>
          <p:nvPr/>
        </p:nvSpPr>
        <p:spPr>
          <a:xfrm>
            <a:off x="8321040" y="1005840"/>
            <a:ext cx="0" cy="0"/>
          </a:xfrm>
          <a:prstGeom prst="line">
            <a:avLst/>
          </a:prstGeom>
          <a:noFill/>
          <a:ln w="12700">
            <a:solidFill>
              <a:srgbClr val="F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731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junction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(vessels at different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depths counted as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595360" y="1417320"/>
            <a:ext cx="182880" cy="182880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0" y="2286000"/>
            <a:ext cx="182880" cy="182880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93408" y="1435608"/>
            <a:ext cx="146304" cy="146304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53912" y="144475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11512" y="144475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19672" y="240487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31352" y="103327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02552" y="85039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11512" y="231343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22792" y="249631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657600"/>
            <a:ext cx="4389120" cy="27432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4389120"/>
            <a:ext cx="3840480" cy="502920"/>
          </a:xfrm>
          <a:prstGeom prst="roundRect">
            <a:avLst>
              <a:gd name="adj" fmla="val 45000"/>
            </a:avLst>
          </a:prstGeom>
          <a:solidFill>
            <a:srgbClr val="4DA8DA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14400" y="5303520"/>
            <a:ext cx="1371600" cy="411480"/>
          </a:xfrm>
          <a:prstGeom prst="roundRect">
            <a:avLst>
              <a:gd name="adj" fmla="val 45000"/>
            </a:avLst>
          </a:prstGeom>
          <a:solidFill>
            <a:srgbClr val="E94560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057400" y="4892040"/>
            <a:ext cx="594360" cy="411480"/>
          </a:xfrm>
          <a:prstGeom prst="roundRect">
            <a:avLst>
              <a:gd name="adj" fmla="val 45000"/>
            </a:avLst>
          </a:prstGeom>
          <a:solidFill>
            <a:srgbClr val="E94560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468880" y="4206240"/>
            <a:ext cx="1371600" cy="411480"/>
          </a:xfrm>
          <a:prstGeom prst="roundRect">
            <a:avLst>
              <a:gd name="adj" fmla="val 45000"/>
            </a:avLst>
          </a:prstGeom>
          <a:solidFill>
            <a:srgbClr val="E94560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920240" y="5074920"/>
            <a:ext cx="457200" cy="320040"/>
          </a:xfrm>
          <a:prstGeom prst="roundRect">
            <a:avLst>
              <a:gd name="adj" fmla="val 45000"/>
            </a:avLst>
          </a:prstGeom>
          <a:solidFill>
            <a:srgbClr val="F5C542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91840" y="4709160"/>
            <a:ext cx="411480" cy="1188720"/>
          </a:xfrm>
          <a:prstGeom prst="roundRect">
            <a:avLst>
              <a:gd name="adj" fmla="val 45000"/>
            </a:avLst>
          </a:prstGeom>
          <a:solidFill>
            <a:srgbClr val="4DA8DA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280160" y="4160520"/>
            <a:ext cx="365760" cy="822960"/>
          </a:xfrm>
          <a:prstGeom prst="roundRect">
            <a:avLst>
              <a:gd name="adj" fmla="val 45000"/>
            </a:avLst>
          </a:prstGeom>
          <a:solidFill>
            <a:srgbClr val="4DA8DA">
              <a:alpha val="5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840480" y="5303520"/>
            <a:ext cx="777240" cy="365760"/>
          </a:xfrm>
          <a:prstGeom prst="roundRect">
            <a:avLst>
              <a:gd name="adj" fmla="val 45000"/>
            </a:avLst>
          </a:prstGeom>
          <a:solidFill>
            <a:srgbClr val="E94560">
              <a:alpha val="5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011680" y="4434840"/>
            <a:ext cx="777240" cy="777240"/>
          </a:xfrm>
          <a:prstGeom prst="ellipse">
            <a:avLst/>
          </a:prstGeom>
          <a:solidFill>
            <a:srgbClr val="000000">
              <a:alpha val="15000"/>
            </a:srgbClr>
          </a:solidFill>
          <a:ln w="15240">
            <a:solidFill>
              <a:srgbClr val="F5C542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1965960" y="52120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8640" y="58064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31520" y="5925312"/>
            <a:ext cx="320040" cy="137160"/>
          </a:xfrm>
          <a:prstGeom prst="roundRect">
            <a:avLst>
              <a:gd name="adj" fmla="val 45000"/>
            </a:avLst>
          </a:prstGeom>
          <a:solidFill>
            <a:srgbClr val="E94560">
              <a:alpha val="8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97280" y="5852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783080" y="5925312"/>
            <a:ext cx="320040" cy="137160"/>
          </a:xfrm>
          <a:prstGeom prst="roundRect">
            <a:avLst>
              <a:gd name="adj" fmla="val 45000"/>
            </a:avLst>
          </a:prstGeom>
          <a:solidFill>
            <a:srgbClr val="F5C542">
              <a:alpha val="8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148840" y="5852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834640" y="5925312"/>
            <a:ext cx="320040" cy="137160"/>
          </a:xfrm>
          <a:prstGeom prst="roundRect">
            <a:avLst>
              <a:gd name="adj" fmla="val 45000"/>
            </a:avLst>
          </a:prstGeom>
          <a:solidFill>
            <a:srgbClr val="4DA8DA">
              <a:alpha val="8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200400" y="5852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474720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Deep    Shallow →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937760" y="5029200"/>
            <a:ext cx="731520" cy="0"/>
          </a:xfrm>
          <a:prstGeom prst="line">
            <a:avLst/>
          </a:prstGeom>
          <a:noFill/>
          <a:ln w="3175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48463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852160" y="3657600"/>
            <a:ext cx="4389120" cy="27432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17920" y="4617720"/>
            <a:ext cx="365760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4617720"/>
            <a:ext cx="0" cy="109728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66560" y="4023360"/>
            <a:ext cx="0" cy="59436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83680" y="5577840"/>
            <a:ext cx="2011680" cy="-137160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5486400"/>
            <a:ext cx="118872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43800" y="4892040"/>
            <a:ext cx="320040" cy="-18288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53528" y="4453128"/>
            <a:ext cx="329184" cy="329184"/>
          </a:xfrm>
          <a:prstGeom prst="ellipse">
            <a:avLst/>
          </a:prstGeom>
          <a:solidFill>
            <a:srgbClr val="002200"/>
          </a:solidFill>
          <a:ln w="38100">
            <a:solidFill>
              <a:srgbClr val="44FF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08392" y="448970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982712" y="4343400"/>
            <a:ext cx="548640" cy="137160"/>
          </a:xfrm>
          <a:prstGeom prst="line">
            <a:avLst/>
          </a:prstGeom>
          <a:noFill/>
          <a:ln w="19050">
            <a:solidFill>
              <a:srgbClr val="44FF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7532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junction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(different layers =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vessels)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595360" y="4526280"/>
            <a:ext cx="182880" cy="182880"/>
          </a:xfrm>
          <a:prstGeom prst="ellipse">
            <a:avLst/>
          </a:prstGeom>
          <a:solidFill>
            <a:srgbClr val="2E6685"/>
          </a:solidFill>
          <a:ln w="25400">
            <a:solidFill>
              <a:srgbClr val="4DA8D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93408" y="4544568"/>
            <a:ext cx="146304" cy="146304"/>
          </a:xfrm>
          <a:prstGeom prst="ellipse">
            <a:avLst/>
          </a:prstGeom>
          <a:solidFill>
            <a:srgbClr val="2E6685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95360" y="5394960"/>
            <a:ext cx="182880" cy="182880"/>
          </a:xfrm>
          <a:prstGeom prst="ellipse">
            <a:avLst/>
          </a:prstGeom>
          <a:solidFill>
            <a:srgbClr val="8B2A3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53912" y="455371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11512" y="455371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19672" y="551383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531352" y="414223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02552" y="395935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11512" y="542239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622792" y="5605272"/>
            <a:ext cx="128016" cy="128016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09360" y="5989320"/>
            <a:ext cx="137160" cy="137160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92240" y="5971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306056" y="600303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52360" y="5971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8229600" y="6057900"/>
            <a:ext cx="274320" cy="0"/>
          </a:xfrm>
          <a:prstGeom prst="line">
            <a:avLst/>
          </a:prstGeom>
          <a:noFill/>
          <a:ln w="38100">
            <a:solidFill>
              <a:srgbClr val="BBBBB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549640" y="5971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424160" y="82296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110808"/>
          </a:solidFill>
          <a:ln w="12700">
            <a:solidFill>
              <a:srgbClr val="33111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424160" y="868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0515600" y="1143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Junctions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BBBBBB"/>
                </a:solidFill>
              </a:rPr>
              <a:t>Over-counted
(false positives at
overlap regions)
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Length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BBBBBB"/>
                </a:solidFill>
              </a:rPr>
              <a:t>Under-estimated
(merged segments)
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Depth Info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BBBBBB"/>
                </a:solidFill>
              </a:rPr>
              <a:t>None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424160" y="393192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081108"/>
          </a:solidFill>
          <a:ln w="12700">
            <a:solidFill>
              <a:srgbClr val="11331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42416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0515600" y="425196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Junctions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BBBBBB"/>
                </a:solidFill>
              </a:rPr>
              <a:t>Accurate
(per-layer independent
counting)
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Length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BBBBBB"/>
                </a:solidFill>
              </a:rPr>
              <a:t>Recovered
(hidden segments
revealed)
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Depth Info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BBBBBB"/>
                </a:solidFill>
              </a:rPr>
              <a:t>Preserved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BBBBBB"/>
                </a:solidFill>
              </a:rPr>
              <a:t>(3D from 2D)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65760" y="3268980"/>
            <a:ext cx="1143000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lg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2026-03-22T13:57:36Z</dcterms:created>
  <dcterms:modified xsi:type="dcterms:W3CDTF">2026-03-22T13:57:36Z</dcterms:modified>
</cp:coreProperties>
</file>