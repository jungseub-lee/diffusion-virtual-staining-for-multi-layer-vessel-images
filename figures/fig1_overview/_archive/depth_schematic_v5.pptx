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" y="48463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" y="359359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Single-color Fluorescence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3246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D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Multi-color Depth-encoded Fluorescence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852160" y="1371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Skeletonization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52160" y="3246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Depth-separated Skeletonization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502920"/>
            <a:ext cx="4754880" cy="2743200"/>
          </a:xfrm>
          <a:prstGeom prst="roundRect">
            <a:avLst>
              <a:gd name="adj" fmla="val 3333"/>
            </a:avLst>
          </a:prstGeom>
          <a:solidFill>
            <a:srgbClr val="0A0A12"/>
          </a:solidFill>
          <a:ln w="12700">
            <a:solidFill>
              <a:srgbClr val="1A1A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0" y="502920"/>
            <a:ext cx="4754880" cy="2743200"/>
          </a:xfrm>
          <a:prstGeom prst="roundRect">
            <a:avLst>
              <a:gd name="adj" fmla="val 3333"/>
            </a:avLst>
          </a:prstGeom>
          <a:solidFill>
            <a:srgbClr val="0A0A12"/>
          </a:solidFill>
          <a:ln w="12700">
            <a:solidFill>
              <a:srgbClr val="1A1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3611880"/>
            <a:ext cx="4754880" cy="2743200"/>
          </a:xfrm>
          <a:prstGeom prst="roundRect">
            <a:avLst>
              <a:gd name="adj" fmla="val 3333"/>
            </a:avLst>
          </a:prstGeom>
          <a:solidFill>
            <a:srgbClr val="0A0A12"/>
          </a:solidFill>
          <a:ln w="12700">
            <a:solidFill>
              <a:srgbClr val="1A1A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2160" y="3611880"/>
            <a:ext cx="4754880" cy="2743200"/>
          </a:xfrm>
          <a:prstGeom prst="roundRect">
            <a:avLst>
              <a:gd name="adj" fmla="val 3333"/>
            </a:avLst>
          </a:prstGeom>
          <a:solidFill>
            <a:srgbClr val="0A0A12"/>
          </a:solidFill>
          <a:ln w="12700">
            <a:solidFill>
              <a:srgbClr val="1A1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-2485129">
            <a:off x="502920" y="1874520"/>
            <a:ext cx="127876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-2379818">
            <a:off x="598814" y="1789922"/>
            <a:ext cx="128658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-2269948">
            <a:off x="697855" y="1707803"/>
            <a:ext cx="129300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-2155145">
            <a:off x="799977" y="1628496"/>
            <a:ext cx="129822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-2035050">
            <a:off x="905113" y="1552337"/>
            <a:ext cx="130245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-1909328">
            <a:off x="1013196" y="1479660"/>
            <a:ext cx="130592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-1777675">
            <a:off x="1124158" y="1410801"/>
            <a:ext cx="130889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-1639828">
            <a:off x="1237934" y="1346095"/>
            <a:ext cx="131163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-1495582">
            <a:off x="1354455" y="1285875"/>
            <a:ext cx="131444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-1344804">
            <a:off x="1473655" y="1230477"/>
            <a:ext cx="131766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-1187452">
            <a:off x="1595467" y="1180237"/>
            <a:ext cx="132163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-1023591">
            <a:off x="1719824" y="1135488"/>
            <a:ext cx="132673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-853412">
            <a:off x="1846659" y="1096566"/>
            <a:ext cx="133333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-677250">
            <a:off x="1975905" y="1063805"/>
            <a:ext cx="134186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-495589">
            <a:off x="2107496" y="1037540"/>
            <a:ext cx="135270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-309072">
            <a:off x="2241363" y="1018107"/>
            <a:ext cx="136629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-210263">
            <a:off x="2377440" y="1005840"/>
            <a:ext cx="137384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-140477">
            <a:off x="2514567" y="997442"/>
            <a:ext cx="137041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-70474">
            <a:off x="2651493" y="991844"/>
            <a:ext cx="136556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88020" y="989045"/>
            <a:ext cx="135927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rot="71203">
            <a:off x="2923947" y="989045"/>
            <a:ext cx="135156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143405">
            <a:off x="3059075" y="991844"/>
            <a:ext cx="134244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216887">
            <a:off x="3193202" y="997442"/>
            <a:ext cx="133193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291944">
            <a:off x="3326130" y="1005840"/>
            <a:ext cx="132004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368891">
            <a:off x="3457658" y="1017037"/>
            <a:ext cx="130680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448063">
            <a:off x="3587587" y="1031033"/>
            <a:ext cx="129225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529819">
            <a:off x="3715716" y="1047828"/>
            <a:ext cx="127643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rot="614548">
            <a:off x="3841846" y="1067422"/>
            <a:ext cx="125937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702671">
            <a:off x="3965777" y="1089816"/>
            <a:ext cx="124115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rot="794646">
            <a:off x="4087308" y="1115008"/>
            <a:ext cx="122182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rot="1282237">
            <a:off x="4206240" y="1143000"/>
            <a:ext cx="105863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rot="1658759">
            <a:off x="4304824" y="1181576"/>
            <a:ext cx="101612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2062821">
            <a:off x="4394835" y="1228725"/>
            <a:ext cx="98677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rot="2485420">
            <a:off x="4476274" y="1284446"/>
            <a:ext cx="97176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rot="2914580">
            <a:off x="4549140" y="1348740"/>
            <a:ext cx="97176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rot="3337179">
            <a:off x="4613434" y="1421606"/>
            <a:ext cx="98677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rot="3741241">
            <a:off x="4669155" y="1503045"/>
            <a:ext cx="101612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rot="4117763">
            <a:off x="4716304" y="1593056"/>
            <a:ext cx="105863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rot="4394247">
            <a:off x="1920240" y="1051560"/>
            <a:ext cx="103042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rot="4356168">
            <a:off x="1949958" y="1150224"/>
            <a:ext cx="108568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rot="4396176">
            <a:off x="1982419" y="1253825"/>
            <a:ext cx="112764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rot="4507090">
            <a:off x="2014880" y="1361816"/>
            <a:ext cx="115712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rot="4686818">
            <a:off x="2044598" y="1473647"/>
            <a:ext cx="117646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rot="4936113">
            <a:off x="2068830" y="1588770"/>
            <a:ext cx="118947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rot="5256081">
            <a:off x="2084832" y="1706636"/>
            <a:ext cx="120166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rot="5644953">
            <a:off x="2089861" y="1826697"/>
            <a:ext cx="122016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rot="6094334">
            <a:off x="2081174" y="1948404"/>
            <a:ext cx="125352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rot="6586489">
            <a:off x="2056028" y="2071207"/>
            <a:ext cx="131083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rot="-3879229">
            <a:off x="3474720" y="1005840"/>
            <a:ext cx="90113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rot="-3425685">
            <a:off x="3513296" y="924401"/>
            <a:ext cx="86790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rot="-2945137">
            <a:off x="3560445" y="851535"/>
            <a:ext cx="85080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rot="-2454863">
            <a:off x="3616166" y="787241"/>
            <a:ext cx="85080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rot="-1974315">
            <a:off x="3680460" y="731520"/>
            <a:ext cx="86790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rot="-1520771">
            <a:off x="3753326" y="684371"/>
            <a:ext cx="90113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rot="-1106097">
            <a:off x="3834765" y="645795"/>
            <a:ext cx="94880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rot="-735886">
            <a:off x="3924776" y="615791"/>
            <a:ext cx="100886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rot="7956843">
            <a:off x="1005840" y="1554480"/>
            <a:ext cx="142573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rot="7666232">
            <a:off x="909310" y="1659404"/>
            <a:ext cx="137481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rot="7374770">
            <a:off x="825103" y="1768078"/>
            <a:ext cx="133281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rot="7085879">
            <a:off x="752683" y="1879967"/>
            <a:ext cx="129874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rot="6802694">
            <a:off x="691515" y="1994535"/>
            <a:ext cx="127149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rot="6527845">
            <a:off x="641062" y="2111246"/>
            <a:ext cx="124985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rot="6263317">
            <a:off x="600789" y="2229564"/>
            <a:ext cx="123256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rot="6010403">
            <a:off x="570161" y="2348954"/>
            <a:ext cx="121841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rot="-2409774">
            <a:off x="411480" y="2926080"/>
            <a:ext cx="141956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rot="-2499596">
            <a:off x="519965" y="2834523"/>
            <a:ext cx="147215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rot="-2570074">
            <a:off x="629950" y="2736669"/>
            <a:ext cx="152163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rot="-2623515">
            <a:off x="741534" y="2633215"/>
            <a:ext cx="156759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rot="-2661754">
            <a:off x="854817" y="2524864"/>
            <a:ext cx="160971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rot="-2686235">
            <a:off x="969900" y="2412313"/>
            <a:ext cx="164780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rot="-2698073">
            <a:off x="1086883" y="2296264"/>
            <a:ext cx="168172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 rot="-2698107">
            <a:off x="1205865" y="2177415"/>
            <a:ext cx="171141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 rot="-2686941">
            <a:off x="1326946" y="2056467"/>
            <a:ext cx="173687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 rot="-2664983">
            <a:off x="1450227" y="1934119"/>
            <a:ext cx="175815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 rot="-2632468">
            <a:off x="1575807" y="1811072"/>
            <a:ext cx="177537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rot="-2589479">
            <a:off x="1703786" y="1688024"/>
            <a:ext cx="178868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 rot="-2535971">
            <a:off x="1834265" y="1565677"/>
            <a:ext cx="179828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 rot="-2471783">
            <a:off x="1967343" y="1444729"/>
            <a:ext cx="180445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 rot="-1517051">
            <a:off x="2103120" y="1325880"/>
            <a:ext cx="111337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 rot="-1371715">
            <a:off x="2203791" y="1278327"/>
            <a:ext cx="114678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 rot="-1235529">
            <a:off x="2309460" y="1233774"/>
            <a:ext cx="117580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 rot="-1106097">
            <a:off x="2419528" y="1192419"/>
            <a:ext cx="120026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 rot="-981359">
            <a:off x="2533395" y="1154463"/>
            <a:ext cx="122003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rot="-859497">
            <a:off x="2650460" y="1120107"/>
            <a:ext cx="123505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 rot="-738857">
            <a:off x="2770125" y="1089549"/>
            <a:ext cx="124530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 rot="-617881">
            <a:off x="2891790" y="1062990"/>
            <a:ext cx="125079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 rot="-495055">
            <a:off x="3014854" y="1040630"/>
            <a:ext cx="125159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 rot="-368854">
            <a:off x="3138718" y="1022668"/>
            <a:ext cx="124781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 rot="-237697">
            <a:off x="3262782" y="1009306"/>
            <a:ext cx="123960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 rot="-99901">
            <a:off x="3386446" y="1000741"/>
            <a:ext cx="122716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 rot="46364">
            <a:off x="3509110" y="997176"/>
            <a:ext cx="121076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 rot="203118">
            <a:off x="3630175" y="998809"/>
            <a:ext cx="119073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rot="732900">
            <a:off x="3749040" y="1005840"/>
            <a:ext cx="109557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 rot="1328465">
            <a:off x="3856116" y="1029020"/>
            <a:ext cx="110270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rot="1869859">
            <a:off x="3958255" y="1070580"/>
            <a:ext cx="114235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 rot="2335653">
            <a:off x="4056004" y="1129695"/>
            <a:ext cx="120715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rot="2721545">
            <a:off x="4149913" y="1205545"/>
            <a:ext cx="128963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 rot="3033922">
            <a:off x="4240530" y="1297305"/>
            <a:ext cx="138341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 rot="3283380">
            <a:off x="4328404" y="1404153"/>
            <a:ext cx="148355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 rot="3480832">
            <a:off x="4414083" y="1525265"/>
            <a:ext cx="158639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 rot="3635849">
            <a:off x="4498116" y="1659819"/>
            <a:ext cx="168933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 rot="3756238">
            <a:off x="4581053" y="1806992"/>
            <a:ext cx="179049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 rot="2853979">
            <a:off x="1463040" y="1874520"/>
            <a:ext cx="129963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 rot="2651264">
            <a:off x="1550731" y="1970441"/>
            <a:ext cx="136830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 rot="2467236">
            <a:off x="1648846" y="2065812"/>
            <a:ext cx="143352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 rot="2297584">
            <a:off x="1756837" y="2160087"/>
            <a:ext cx="149477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 rot="2138855">
            <a:off x="1874154" y="2252716"/>
            <a:ext cx="155172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 rot="1988251">
            <a:off x="2000250" y="2343150"/>
            <a:ext cx="160415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 rot="1843466">
            <a:off x="2134575" y="2430841"/>
            <a:ext cx="165194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 rot="1702567">
            <a:off x="2276582" y="2515240"/>
            <a:ext cx="169505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rot="1563898">
            <a:off x="2425720" y="2595799"/>
            <a:ext cx="173353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 rot="1426012">
            <a:off x="2581443" y="2671968"/>
            <a:ext cx="176747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 rot="4670935">
            <a:off x="3200400" y="960120"/>
            <a:ext cx="142922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 rot="4580445">
            <a:off x="3230484" y="1099840"/>
            <a:ext cx="148304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 rot="4501859">
            <a:off x="3265505" y="1243950"/>
            <a:ext cx="152579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 rot="4432462">
            <a:off x="3304916" y="1391351"/>
            <a:ext cx="155723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 rot="4370173">
            <a:off x="3348167" y="1540947"/>
            <a:ext cx="157717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 rot="4313339">
            <a:off x="3394710" y="1691640"/>
            <a:ext cx="158548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 rot="4260601">
            <a:off x="3443996" y="1842333"/>
            <a:ext cx="158206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 rot="4210784">
            <a:off x="3495477" y="1991929"/>
            <a:ext cx="156683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 rot="4162814">
            <a:off x="3548604" y="2139330"/>
            <a:ext cx="153973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 rot="4115642">
            <a:off x="3602827" y="2283440"/>
            <a:ext cx="150073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2103120" y="731520"/>
            <a:ext cx="1920240" cy="594360"/>
          </a:xfrm>
          <a:prstGeom prst="round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/>
            </a:solidFill>
            <a:prstDash val="dash"/>
          </a:ln>
        </p:spPr>
      </p:sp>
      <p:sp>
        <p:nvSpPr>
          <p:cNvPr id="135" name="Text 133"/>
          <p:cNvSpPr/>
          <p:nvPr/>
        </p:nvSpPr>
        <p:spPr>
          <a:xfrm>
            <a:off x="2011680" y="134416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vessels overlap — appears merged</a:t>
            </a:r>
            <a:endParaRPr lang="en-US" sz="700" dirty="0"/>
          </a:p>
        </p:txBody>
      </p:sp>
      <p:sp>
        <p:nvSpPr>
          <p:cNvPr id="136" name="Shape 134"/>
          <p:cNvSpPr/>
          <p:nvPr/>
        </p:nvSpPr>
        <p:spPr>
          <a:xfrm rot="-2469801">
            <a:off x="6080760" y="1874520"/>
            <a:ext cx="170558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 rot="-2339263">
            <a:off x="6209162" y="1762257"/>
            <a:ext cx="171117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 rot="-2210381">
            <a:off x="6342168" y="1654598"/>
            <a:ext cx="170556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 rot="-2080415">
            <a:off x="6478667" y="1552337"/>
            <a:ext cx="168870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 rot="-1946507">
            <a:off x="6617547" y="1456267"/>
            <a:ext cx="166067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 rot="-1805495">
            <a:off x="6757696" y="1367181"/>
            <a:ext cx="162164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 rot="-1653682">
            <a:off x="6898005" y="1285875"/>
            <a:ext cx="157195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 rot="-1486550">
            <a:off x="7037361" y="1213141"/>
            <a:ext cx="151211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 rot="-1298368">
            <a:off x="7174653" y="1149773"/>
            <a:ext cx="144286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 rot="-1081659">
            <a:off x="7308771" y="1096566"/>
            <a:ext cx="136534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 rot="-826506">
            <a:off x="7438602" y="1054312"/>
            <a:ext cx="128119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 rot="-519726">
            <a:off x="7563035" y="1023805"/>
            <a:ext cx="119285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 rot="1282237">
            <a:off x="9784080" y="1143000"/>
            <a:ext cx="105863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 rot="1658759">
            <a:off x="9882664" y="1181576"/>
            <a:ext cx="101612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 rot="2062821">
            <a:off x="9972675" y="1228725"/>
            <a:ext cx="98677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 rot="2485420">
            <a:off x="10054114" y="1284446"/>
            <a:ext cx="97176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 rot="2914580">
            <a:off x="10126980" y="1348740"/>
            <a:ext cx="97176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 rot="3337179">
            <a:off x="10191274" y="1421606"/>
            <a:ext cx="98677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 rot="3741241">
            <a:off x="10246995" y="1503045"/>
            <a:ext cx="101612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 rot="4117763">
            <a:off x="10294144" y="1593056"/>
            <a:ext cx="105863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 rot="-2417847">
            <a:off x="5989320" y="2926080"/>
            <a:ext cx="166133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 rot="-2518725">
            <a:off x="6116029" y="2818633"/>
            <a:ext cx="173223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 rot="-2594103">
            <a:off x="6244802" y="2702772"/>
            <a:ext cx="179803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 rot="-2647382">
            <a:off x="6375797" y="2579608"/>
            <a:ext cx="185801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 rot="-2681160">
            <a:off x="6509173" y="2450253"/>
            <a:ext cx="191170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 rot="-2697373">
            <a:off x="6645090" y="2315819"/>
            <a:ext cx="195882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 rot="-2697426">
            <a:off x="6783705" y="2177415"/>
            <a:ext cx="199923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 rot="-2682283">
            <a:off x="6925178" y="2036154"/>
            <a:ext cx="203293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 rot="-2652543">
            <a:off x="7069667" y="1893147"/>
            <a:ext cx="206004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 rot="-2608497">
            <a:off x="7217331" y="1749504"/>
            <a:ext cx="208079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 rot="-2550174">
            <a:off x="7368328" y="1606338"/>
            <a:ext cx="209551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 rot="-2477376">
            <a:off x="7522819" y="1464760"/>
            <a:ext cx="210467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 rot="732900">
            <a:off x="9326880" y="1005840"/>
            <a:ext cx="109557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 rot="1328465">
            <a:off x="9433956" y="1029020"/>
            <a:ext cx="110270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 rot="1869859">
            <a:off x="9536095" y="1070580"/>
            <a:ext cx="114235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 rot="2335653">
            <a:off x="9633844" y="1129695"/>
            <a:ext cx="120715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 rot="2721545">
            <a:off x="9727753" y="1205545"/>
            <a:ext cx="128963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 rot="3033922">
            <a:off x="9818370" y="1297305"/>
            <a:ext cx="138341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 rot="3283380">
            <a:off x="9906244" y="1404153"/>
            <a:ext cx="148355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 rot="3480832">
            <a:off x="9991923" y="1525265"/>
            <a:ext cx="158639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 rot="3635849">
            <a:off x="10075956" y="1659819"/>
            <a:ext cx="168933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 rot="3756238">
            <a:off x="10158893" y="1806992"/>
            <a:ext cx="179049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 rot="-932327">
            <a:off x="7680960" y="1143000"/>
            <a:ext cx="104490" cy="0"/>
          </a:xfrm>
          <a:prstGeom prst="line">
            <a:avLst/>
          </a:prstGeom>
          <a:noFill/>
          <a:ln w="50800">
            <a:solidFill>
              <a:srgbClr val="3DDC84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 rot="-804576">
            <a:off x="7781631" y="1115008"/>
            <a:ext cx="108631" cy="0"/>
          </a:xfrm>
          <a:prstGeom prst="line">
            <a:avLst/>
          </a:prstGeom>
          <a:noFill/>
          <a:ln w="50800">
            <a:solidFill>
              <a:srgbClr val="3DDC84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 rot="-689997">
            <a:off x="7887300" y="1089816"/>
            <a:ext cx="112323" cy="0"/>
          </a:xfrm>
          <a:prstGeom prst="line">
            <a:avLst/>
          </a:prstGeom>
          <a:noFill/>
          <a:ln w="50800">
            <a:solidFill>
              <a:srgbClr val="3DDC84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 rot="-585833">
            <a:off x="7997368" y="1067422"/>
            <a:ext cx="115540" cy="0"/>
          </a:xfrm>
          <a:prstGeom prst="line">
            <a:avLst/>
          </a:prstGeom>
          <a:noFill/>
          <a:ln w="50800">
            <a:solidFill>
              <a:srgbClr val="3DDC84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 rot="-489861">
            <a:off x="8111235" y="1047828"/>
            <a:ext cx="118264" cy="0"/>
          </a:xfrm>
          <a:prstGeom prst="line">
            <a:avLst/>
          </a:prstGeom>
          <a:noFill/>
          <a:ln w="50800">
            <a:solidFill>
              <a:srgbClr val="3DDC84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 rot="-400257">
            <a:off x="8228300" y="1031033"/>
            <a:ext cx="120481" cy="0"/>
          </a:xfrm>
          <a:prstGeom prst="line">
            <a:avLst/>
          </a:prstGeom>
          <a:noFill/>
          <a:ln w="50800">
            <a:solidFill>
              <a:srgbClr val="3DDC84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 rot="-315486">
            <a:off x="8347965" y="1017037"/>
            <a:ext cx="122179" cy="0"/>
          </a:xfrm>
          <a:prstGeom prst="line">
            <a:avLst/>
          </a:prstGeom>
          <a:noFill/>
          <a:ln w="50800">
            <a:solidFill>
              <a:srgbClr val="3DDC84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 rot="-234219">
            <a:off x="8469630" y="1005840"/>
            <a:ext cx="123350" cy="0"/>
          </a:xfrm>
          <a:prstGeom prst="line">
            <a:avLst/>
          </a:prstGeom>
          <a:noFill/>
          <a:ln w="50800">
            <a:solidFill>
              <a:srgbClr val="3DDC84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 rot="-155273">
            <a:off x="8592694" y="997442"/>
            <a:ext cx="123990" cy="0"/>
          </a:xfrm>
          <a:prstGeom prst="line">
            <a:avLst/>
          </a:prstGeom>
          <a:noFill/>
          <a:ln w="50800">
            <a:solidFill>
              <a:srgbClr val="3DDC84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 rot="-77551">
            <a:off x="8716558" y="991844"/>
            <a:ext cx="124095" cy="0"/>
          </a:xfrm>
          <a:prstGeom prst="line">
            <a:avLst/>
          </a:prstGeom>
          <a:noFill/>
          <a:ln w="50800">
            <a:solidFill>
              <a:srgbClr val="3DDC84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8840622" y="989045"/>
            <a:ext cx="123664" cy="0"/>
          </a:xfrm>
          <a:prstGeom prst="line">
            <a:avLst/>
          </a:prstGeom>
          <a:noFill/>
          <a:ln w="50800">
            <a:solidFill>
              <a:srgbClr val="3DDC84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 rot="78435">
            <a:off x="8964286" y="989045"/>
            <a:ext cx="122696" cy="0"/>
          </a:xfrm>
          <a:prstGeom prst="line">
            <a:avLst/>
          </a:prstGeom>
          <a:noFill/>
          <a:ln w="50800">
            <a:solidFill>
              <a:srgbClr val="3DDC84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 rot="158858">
            <a:off x="9086950" y="991844"/>
            <a:ext cx="121194" cy="0"/>
          </a:xfrm>
          <a:prstGeom prst="line">
            <a:avLst/>
          </a:prstGeom>
          <a:noFill/>
          <a:ln w="50800">
            <a:solidFill>
              <a:srgbClr val="3DDC84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 rot="242466">
            <a:off x="9208015" y="997442"/>
            <a:ext cx="119162" cy="0"/>
          </a:xfrm>
          <a:prstGeom prst="line">
            <a:avLst/>
          </a:prstGeom>
          <a:noFill/>
          <a:ln w="50800">
            <a:solidFill>
              <a:srgbClr val="3DDC84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 rot="616884">
            <a:off x="9326880" y="1005840"/>
            <a:ext cx="92502" cy="0"/>
          </a:xfrm>
          <a:prstGeom prst="line">
            <a:avLst/>
          </a:prstGeom>
          <a:noFill/>
          <a:ln w="50800">
            <a:solidFill>
              <a:srgbClr val="3DDC84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 rot="804143">
            <a:off x="9417897" y="1022350"/>
            <a:ext cx="90954" cy="0"/>
          </a:xfrm>
          <a:prstGeom prst="line">
            <a:avLst/>
          </a:prstGeom>
          <a:noFill/>
          <a:ln w="50800">
            <a:solidFill>
              <a:srgbClr val="3DDC84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 rot="968237">
            <a:off x="9506373" y="1043432"/>
            <a:ext cx="86817" cy="0"/>
          </a:xfrm>
          <a:prstGeom prst="line">
            <a:avLst/>
          </a:prstGeom>
          <a:noFill/>
          <a:ln w="50800">
            <a:solidFill>
              <a:srgbClr val="3DDC84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 rot="1122204">
            <a:off x="9589770" y="1067562"/>
            <a:ext cx="80001" cy="0"/>
          </a:xfrm>
          <a:prstGeom prst="line">
            <a:avLst/>
          </a:prstGeom>
          <a:noFill/>
          <a:ln w="50800">
            <a:solidFill>
              <a:srgbClr val="3DDC84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 rot="1281234">
            <a:off x="9665547" y="1093216"/>
            <a:ext cx="70453" cy="0"/>
          </a:xfrm>
          <a:prstGeom prst="line">
            <a:avLst/>
          </a:prstGeom>
          <a:noFill/>
          <a:ln w="50800">
            <a:solidFill>
              <a:srgbClr val="3DDC84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 rot="1470779">
            <a:off x="9731163" y="1118870"/>
            <a:ext cx="58159" cy="0"/>
          </a:xfrm>
          <a:prstGeom prst="line">
            <a:avLst/>
          </a:prstGeom>
          <a:noFill/>
          <a:ln w="50800">
            <a:solidFill>
              <a:srgbClr val="3DDC84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 rot="4394247">
            <a:off x="7498080" y="1051560"/>
            <a:ext cx="103042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 rot="4356168">
            <a:off x="7527798" y="1150224"/>
            <a:ext cx="108568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 rot="4396176">
            <a:off x="7560259" y="1253825"/>
            <a:ext cx="112764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 rot="4507090">
            <a:off x="7592720" y="1361816"/>
            <a:ext cx="115712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 rot="4686818">
            <a:off x="7622438" y="1473647"/>
            <a:ext cx="117646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 rot="4936113">
            <a:off x="7646670" y="1588770"/>
            <a:ext cx="118947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 rot="5256081">
            <a:off x="7662672" y="1706636"/>
            <a:ext cx="120166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 rot="5644953">
            <a:off x="7667701" y="1826697"/>
            <a:ext cx="122016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 rot="6094334">
            <a:off x="7659014" y="1948404"/>
            <a:ext cx="125352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 rot="6586489">
            <a:off x="7633868" y="2071207"/>
            <a:ext cx="131083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 rot="-3879229">
            <a:off x="9052560" y="1005840"/>
            <a:ext cx="90113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 rot="-3425685">
            <a:off x="9091136" y="924401"/>
            <a:ext cx="86790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 rot="-2945137">
            <a:off x="9138285" y="851535"/>
            <a:ext cx="85080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 rot="-2454863">
            <a:off x="9194006" y="787241"/>
            <a:ext cx="85080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 rot="-1974315">
            <a:off x="9258300" y="731520"/>
            <a:ext cx="86790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 rot="-1520771">
            <a:off x="9331166" y="684371"/>
            <a:ext cx="90113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 rot="-1106097">
            <a:off x="9412605" y="645795"/>
            <a:ext cx="94880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 rot="-735886">
            <a:off x="9502616" y="615791"/>
            <a:ext cx="100886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 rot="7956843">
            <a:off x="6583680" y="1554480"/>
            <a:ext cx="142573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 rot="7666232">
            <a:off x="6487150" y="1659404"/>
            <a:ext cx="137481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 rot="7374770">
            <a:off x="6402943" y="1768078"/>
            <a:ext cx="133281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 rot="7085879">
            <a:off x="6330523" y="1879967"/>
            <a:ext cx="129874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 rot="6802694">
            <a:off x="6269355" y="1994535"/>
            <a:ext cx="127149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 rot="6527845">
            <a:off x="6218902" y="2111246"/>
            <a:ext cx="124985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 rot="6263317">
            <a:off x="6178629" y="2229564"/>
            <a:ext cx="123256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 rot="6010403">
            <a:off x="6148001" y="2348954"/>
            <a:ext cx="121841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 rot="2853979">
            <a:off x="7040880" y="1874520"/>
            <a:ext cx="129963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 rot="2651264">
            <a:off x="7128571" y="1970441"/>
            <a:ext cx="136830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 rot="2467236">
            <a:off x="7226686" y="2065812"/>
            <a:ext cx="143352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 rot="2297584">
            <a:off x="7334677" y="2160087"/>
            <a:ext cx="149477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 rot="2138855">
            <a:off x="7451994" y="2252716"/>
            <a:ext cx="155172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 rot="1988251">
            <a:off x="7578090" y="2343150"/>
            <a:ext cx="160415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 rot="1843466">
            <a:off x="7712415" y="2430841"/>
            <a:ext cx="165194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 rot="1702567">
            <a:off x="7854422" y="2515240"/>
            <a:ext cx="169505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 rot="1563898">
            <a:off x="8003560" y="2595799"/>
            <a:ext cx="173353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 rot="1426012">
            <a:off x="8159283" y="2671968"/>
            <a:ext cx="176747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 rot="4670935">
            <a:off x="8778240" y="960120"/>
            <a:ext cx="142922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 rot="4580445">
            <a:off x="8808324" y="1099840"/>
            <a:ext cx="148304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 rot="4501859">
            <a:off x="8843345" y="1243950"/>
            <a:ext cx="152579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 rot="4432462">
            <a:off x="8882756" y="1391351"/>
            <a:ext cx="155723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 rot="4370173">
            <a:off x="8926007" y="1540947"/>
            <a:ext cx="157717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 rot="4313339">
            <a:off x="8972550" y="1691640"/>
            <a:ext cx="158548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 rot="4260601">
            <a:off x="9021836" y="1842333"/>
            <a:ext cx="158206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 rot="4210784">
            <a:off x="9073317" y="1991929"/>
            <a:ext cx="156683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 rot="4162814">
            <a:off x="9126444" y="2139330"/>
            <a:ext cx="153973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 rot="4115642">
            <a:off x="9180667" y="2283440"/>
            <a:ext cx="150073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7525512" y="987552"/>
            <a:ext cx="310896" cy="310896"/>
          </a:xfrm>
          <a:prstGeom prst="ellipse">
            <a:avLst/>
          </a:prstGeom>
          <a:solidFill>
            <a:srgbClr val="330000"/>
          </a:solidFill>
          <a:ln w="38100">
            <a:solidFill>
              <a:srgbClr val="FF4444"/>
            </a:solidFill>
            <a:prstDash val="solid"/>
          </a:ln>
        </p:spPr>
      </p:sp>
      <p:sp>
        <p:nvSpPr>
          <p:cNvPr id="245" name="Text 243"/>
          <p:cNvSpPr/>
          <p:nvPr/>
        </p:nvSpPr>
        <p:spPr>
          <a:xfrm>
            <a:off x="7589520" y="103327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246" name="Shape 244"/>
          <p:cNvSpPr/>
          <p:nvPr/>
        </p:nvSpPr>
        <p:spPr>
          <a:xfrm>
            <a:off x="9354312" y="896112"/>
            <a:ext cx="310896" cy="310896"/>
          </a:xfrm>
          <a:prstGeom prst="ellipse">
            <a:avLst/>
          </a:prstGeom>
          <a:solidFill>
            <a:srgbClr val="330000"/>
          </a:solidFill>
          <a:ln w="38100">
            <a:solidFill>
              <a:srgbClr val="FF4444"/>
            </a:solidFill>
            <a:prstDash val="solid"/>
          </a:ln>
        </p:spPr>
      </p:sp>
      <p:sp>
        <p:nvSpPr>
          <p:cNvPr id="247" name="Text 245"/>
          <p:cNvSpPr/>
          <p:nvPr/>
        </p:nvSpPr>
        <p:spPr>
          <a:xfrm>
            <a:off x="9418320" y="94183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248" name="Text 246"/>
          <p:cNvSpPr/>
          <p:nvPr/>
        </p:nvSpPr>
        <p:spPr>
          <a:xfrm>
            <a:off x="6172200" y="5943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4444"/>
                </a:solidFill>
              </a:rPr>
              <a:t>False junctions
</a:t>
            </a:r>
            <a:pPr indent="0" marL="0">
              <a:buNone/>
            </a:pPr>
            <a:r>
              <a:rPr lang="en-US" sz="750" dirty="0">
                <a:solidFill>
                  <a:srgbClr val="CC6666"/>
                </a:solidFill>
              </a:rPr>
              <a:t>Vessels at different z-depths</a:t>
            </a:r>
            <a:endParaRPr lang="en-US" sz="900" dirty="0"/>
          </a:p>
          <a:p>
            <a:pPr indent="0" marL="0">
              <a:buNone/>
            </a:pPr>
            <a:r>
              <a:rPr lang="en-US" sz="750" dirty="0">
                <a:solidFill>
                  <a:srgbClr val="CC6666"/>
                </a:solidFill>
              </a:rPr>
              <a:t>merge → false intersections</a:t>
            </a:r>
            <a:endParaRPr lang="en-US" sz="900" dirty="0"/>
          </a:p>
        </p:txBody>
      </p:sp>
      <p:sp>
        <p:nvSpPr>
          <p:cNvPr id="249" name="Shape 247"/>
          <p:cNvSpPr/>
          <p:nvPr/>
        </p:nvSpPr>
        <p:spPr>
          <a:xfrm rot="1106097">
            <a:off x="7269480" y="960120"/>
            <a:ext cx="289159" cy="0"/>
          </a:xfrm>
          <a:prstGeom prst="line">
            <a:avLst/>
          </a:prstGeom>
          <a:noFill/>
          <a:ln w="19050">
            <a:solidFill>
              <a:srgbClr val="FF4444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7726680" y="777240"/>
            <a:ext cx="1737360" cy="457200"/>
          </a:xfrm>
          <a:prstGeom prst="round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5C542"/>
            </a:solidFill>
            <a:prstDash val="dash"/>
          </a:ln>
        </p:spPr>
      </p:sp>
      <p:sp>
        <p:nvSpPr>
          <p:cNvPr id="251" name="Text 249"/>
          <p:cNvSpPr/>
          <p:nvPr/>
        </p:nvSpPr>
        <p:spPr>
          <a:xfrm>
            <a:off x="7726680" y="12527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i="1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= 1 skeleton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i="1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length lost</a:t>
            </a:r>
            <a:endParaRPr lang="en-US" sz="750" dirty="0"/>
          </a:p>
        </p:txBody>
      </p:sp>
      <p:sp>
        <p:nvSpPr>
          <p:cNvPr id="252" name="Shape 250"/>
          <p:cNvSpPr/>
          <p:nvPr/>
        </p:nvSpPr>
        <p:spPr>
          <a:xfrm>
            <a:off x="7424928" y="978408"/>
            <a:ext cx="146304" cy="146304"/>
          </a:xfrm>
          <a:prstGeom prst="ellipse">
            <a:avLst/>
          </a:prstGeom>
          <a:solidFill>
            <a:srgbClr val="1A6B3A"/>
          </a:solidFill>
          <a:ln w="25400">
            <a:solidFill>
              <a:srgbClr val="3DDC84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8979408" y="932688"/>
            <a:ext cx="146304" cy="146304"/>
          </a:xfrm>
          <a:prstGeom prst="ellipse">
            <a:avLst/>
          </a:prstGeom>
          <a:solidFill>
            <a:srgbClr val="1A6B3A"/>
          </a:solidFill>
          <a:ln w="25400">
            <a:solidFill>
              <a:srgbClr val="3DDC84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6510528" y="1481328"/>
            <a:ext cx="146304" cy="146304"/>
          </a:xfrm>
          <a:prstGeom prst="ellipse">
            <a:avLst/>
          </a:prstGeom>
          <a:solidFill>
            <a:srgbClr val="1A6B3A"/>
          </a:solidFill>
          <a:ln w="25400">
            <a:solidFill>
              <a:srgbClr val="3DDC84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6967728" y="1801368"/>
            <a:ext cx="146304" cy="146304"/>
          </a:xfrm>
          <a:prstGeom prst="ellipse">
            <a:avLst/>
          </a:prstGeom>
          <a:solidFill>
            <a:srgbClr val="1A6B3A"/>
          </a:solidFill>
          <a:ln w="25400">
            <a:solidFill>
              <a:srgbClr val="3DDC84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8705088" y="886968"/>
            <a:ext cx="146304" cy="146304"/>
          </a:xfrm>
          <a:prstGeom prst="ellipse">
            <a:avLst/>
          </a:prstGeom>
          <a:solidFill>
            <a:srgbClr val="1A6B3A"/>
          </a:solidFill>
          <a:ln w="25400">
            <a:solidFill>
              <a:srgbClr val="3DDC84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6035040" y="1828800"/>
            <a:ext cx="91440" cy="91440"/>
          </a:xfrm>
          <a:prstGeom prst="ellipse">
            <a:avLst/>
          </a:prstGeom>
          <a:solidFill>
            <a:srgbClr val="2222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10287000" y="1645920"/>
            <a:ext cx="91440" cy="91440"/>
          </a:xfrm>
          <a:prstGeom prst="ellipse">
            <a:avLst/>
          </a:prstGeom>
          <a:solidFill>
            <a:srgbClr val="2222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7543800" y="2148840"/>
            <a:ext cx="91440" cy="91440"/>
          </a:xfrm>
          <a:prstGeom prst="ellipse">
            <a:avLst/>
          </a:prstGeom>
          <a:solidFill>
            <a:srgbClr val="2222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9555480" y="548640"/>
            <a:ext cx="91440" cy="91440"/>
          </a:xfrm>
          <a:prstGeom prst="ellipse">
            <a:avLst/>
          </a:prstGeom>
          <a:solidFill>
            <a:srgbClr val="2222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6080760" y="2423160"/>
            <a:ext cx="91440" cy="91440"/>
          </a:xfrm>
          <a:prstGeom prst="ellipse">
            <a:avLst/>
          </a:prstGeom>
          <a:solidFill>
            <a:srgbClr val="2222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5943600" y="2880360"/>
            <a:ext cx="91440" cy="91440"/>
          </a:xfrm>
          <a:prstGeom prst="ellipse">
            <a:avLst/>
          </a:prstGeom>
          <a:solidFill>
            <a:srgbClr val="2222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10195560" y="1920240"/>
            <a:ext cx="91440" cy="91440"/>
          </a:xfrm>
          <a:prstGeom prst="ellipse">
            <a:avLst/>
          </a:prstGeom>
          <a:solidFill>
            <a:srgbClr val="2222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8275320" y="2697480"/>
            <a:ext cx="91440" cy="91440"/>
          </a:xfrm>
          <a:prstGeom prst="ellipse">
            <a:avLst/>
          </a:prstGeom>
          <a:solidFill>
            <a:srgbClr val="2222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9189720" y="2377440"/>
            <a:ext cx="91440" cy="91440"/>
          </a:xfrm>
          <a:prstGeom prst="ellipse">
            <a:avLst/>
          </a:prstGeom>
          <a:solidFill>
            <a:srgbClr val="2222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 rot="-2485129">
            <a:off x="502920" y="4983480"/>
            <a:ext cx="127876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 rot="-2379818">
            <a:off x="598814" y="4898882"/>
            <a:ext cx="128658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 rot="-2269948">
            <a:off x="697855" y="4816763"/>
            <a:ext cx="129300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 rot="-2155145">
            <a:off x="799977" y="4737456"/>
            <a:ext cx="129822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 rot="-2035050">
            <a:off x="905113" y="4661297"/>
            <a:ext cx="130245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 rot="-1909328">
            <a:off x="1013196" y="4588620"/>
            <a:ext cx="130592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 rot="-1777675">
            <a:off x="1124158" y="4519761"/>
            <a:ext cx="130889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 rot="-1639828">
            <a:off x="1237934" y="4455055"/>
            <a:ext cx="131163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 rot="-1495582">
            <a:off x="1354455" y="4394835"/>
            <a:ext cx="131444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 rot="-1344804">
            <a:off x="1473655" y="4339437"/>
            <a:ext cx="131766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 rot="-1187452">
            <a:off x="1595467" y="4289197"/>
            <a:ext cx="132163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 rot="-1023591">
            <a:off x="1719824" y="4244448"/>
            <a:ext cx="132673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 rot="-853412">
            <a:off x="1846659" y="4205526"/>
            <a:ext cx="133333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 rot="-677250">
            <a:off x="1975905" y="4172765"/>
            <a:ext cx="134186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 rot="-495589">
            <a:off x="2107496" y="4146500"/>
            <a:ext cx="135270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 rot="-309072">
            <a:off x="2241363" y="4127067"/>
            <a:ext cx="136629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 rot="-210263">
            <a:off x="2377440" y="4114800"/>
            <a:ext cx="137384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 rot="-140477">
            <a:off x="2514567" y="4106402"/>
            <a:ext cx="137041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 rot="-70474">
            <a:off x="2651493" y="4100804"/>
            <a:ext cx="136556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2788020" y="4098005"/>
            <a:ext cx="135927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 rot="71203">
            <a:off x="2923947" y="4098005"/>
            <a:ext cx="135156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 rot="143405">
            <a:off x="3059075" y="4100804"/>
            <a:ext cx="134244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 rot="216887">
            <a:off x="3193202" y="4106402"/>
            <a:ext cx="133193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 rot="291944">
            <a:off x="3326130" y="4114800"/>
            <a:ext cx="132004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 rot="368891">
            <a:off x="3457658" y="4125997"/>
            <a:ext cx="130680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 rot="448063">
            <a:off x="3587587" y="4139993"/>
            <a:ext cx="129225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 rot="529819">
            <a:off x="3715716" y="4156788"/>
            <a:ext cx="127643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 rot="614548">
            <a:off x="3841846" y="4176382"/>
            <a:ext cx="125937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 rot="702671">
            <a:off x="3965777" y="4198776"/>
            <a:ext cx="124115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 rot="794646">
            <a:off x="4087308" y="4223968"/>
            <a:ext cx="122182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 rot="1282237">
            <a:off x="4206240" y="4251960"/>
            <a:ext cx="105863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 rot="1658759">
            <a:off x="4304824" y="4290536"/>
            <a:ext cx="101612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 rot="2062821">
            <a:off x="4394835" y="4337685"/>
            <a:ext cx="98677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 rot="2485420">
            <a:off x="4476274" y="4393406"/>
            <a:ext cx="97176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 rot="2914580">
            <a:off x="4549140" y="4457700"/>
            <a:ext cx="97176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 rot="3337179">
            <a:off x="4613434" y="4530566"/>
            <a:ext cx="98677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 rot="3741241">
            <a:off x="4669155" y="4612005"/>
            <a:ext cx="101612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 rot="4117763">
            <a:off x="4716304" y="4702016"/>
            <a:ext cx="105863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 rot="4394247">
            <a:off x="1920240" y="4160520"/>
            <a:ext cx="103042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 rot="4356168">
            <a:off x="1949958" y="4259184"/>
            <a:ext cx="108568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 rot="4396176">
            <a:off x="1982419" y="4362785"/>
            <a:ext cx="112764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 rot="4507090">
            <a:off x="2014880" y="4470776"/>
            <a:ext cx="115712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 rot="4686818">
            <a:off x="2044598" y="4582607"/>
            <a:ext cx="117646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 rot="4936113">
            <a:off x="2068830" y="4697730"/>
            <a:ext cx="118947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 rot="5256081">
            <a:off x="2084832" y="4815596"/>
            <a:ext cx="120166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 rot="5644953">
            <a:off x="2089861" y="4935657"/>
            <a:ext cx="122016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 rot="6094334">
            <a:off x="2081174" y="5057364"/>
            <a:ext cx="125352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 rot="6586489">
            <a:off x="2056028" y="5180167"/>
            <a:ext cx="131083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 rot="-3879229">
            <a:off x="3474720" y="4114800"/>
            <a:ext cx="90113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 rot="-3425685">
            <a:off x="3513296" y="4033361"/>
            <a:ext cx="86790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 rot="-2945137">
            <a:off x="3560445" y="3960495"/>
            <a:ext cx="85080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 rot="-2454863">
            <a:off x="3616166" y="3896201"/>
            <a:ext cx="85080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 rot="-1974315">
            <a:off x="3680460" y="3840480"/>
            <a:ext cx="86790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 rot="-1520771">
            <a:off x="3753326" y="3793331"/>
            <a:ext cx="90113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 rot="-1106097">
            <a:off x="3834765" y="3754755"/>
            <a:ext cx="94880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 rot="-735886">
            <a:off x="3924776" y="3724751"/>
            <a:ext cx="100886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 rot="7956843">
            <a:off x="1005840" y="4663440"/>
            <a:ext cx="142573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 rot="7666232">
            <a:off x="909310" y="4768364"/>
            <a:ext cx="137481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 rot="7374770">
            <a:off x="825103" y="4877038"/>
            <a:ext cx="133281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 rot="7085879">
            <a:off x="752683" y="4988927"/>
            <a:ext cx="129874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 rot="6802694">
            <a:off x="691515" y="5103495"/>
            <a:ext cx="127149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 rot="6527845">
            <a:off x="641062" y="5220206"/>
            <a:ext cx="124985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 rot="6263317">
            <a:off x="600789" y="5338524"/>
            <a:ext cx="123256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 rot="6010403">
            <a:off x="570161" y="5457914"/>
            <a:ext cx="121841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 rot="-2409774">
            <a:off x="411480" y="6035040"/>
            <a:ext cx="141956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 rot="-2499596">
            <a:off x="519965" y="5943483"/>
            <a:ext cx="147215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 rot="-2570074">
            <a:off x="629950" y="5845629"/>
            <a:ext cx="152163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 rot="-2623515">
            <a:off x="741534" y="5742175"/>
            <a:ext cx="156759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 rot="-2661754">
            <a:off x="854817" y="5633824"/>
            <a:ext cx="160971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 rot="-2686235">
            <a:off x="969900" y="5521273"/>
            <a:ext cx="164780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36" name="Shape 334"/>
          <p:cNvSpPr/>
          <p:nvPr/>
        </p:nvSpPr>
        <p:spPr>
          <a:xfrm rot="-2698073">
            <a:off x="1086883" y="5405224"/>
            <a:ext cx="168172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37" name="Shape 335"/>
          <p:cNvSpPr/>
          <p:nvPr/>
        </p:nvSpPr>
        <p:spPr>
          <a:xfrm rot="-2698107">
            <a:off x="1205865" y="5286375"/>
            <a:ext cx="171141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 rot="-2686941">
            <a:off x="1326946" y="5165427"/>
            <a:ext cx="173687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 rot="-2664983">
            <a:off x="1450227" y="5043079"/>
            <a:ext cx="175815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40" name="Shape 338"/>
          <p:cNvSpPr/>
          <p:nvPr/>
        </p:nvSpPr>
        <p:spPr>
          <a:xfrm rot="-2632468">
            <a:off x="1575807" y="4920032"/>
            <a:ext cx="177537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41" name="Shape 339"/>
          <p:cNvSpPr/>
          <p:nvPr/>
        </p:nvSpPr>
        <p:spPr>
          <a:xfrm rot="-2589479">
            <a:off x="1703786" y="4796984"/>
            <a:ext cx="178868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42" name="Shape 340"/>
          <p:cNvSpPr/>
          <p:nvPr/>
        </p:nvSpPr>
        <p:spPr>
          <a:xfrm rot="-2535971">
            <a:off x="1834265" y="4674637"/>
            <a:ext cx="179828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43" name="Shape 341"/>
          <p:cNvSpPr/>
          <p:nvPr/>
        </p:nvSpPr>
        <p:spPr>
          <a:xfrm rot="-2471783">
            <a:off x="1967343" y="4553689"/>
            <a:ext cx="180445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44" name="Shape 342"/>
          <p:cNvSpPr/>
          <p:nvPr/>
        </p:nvSpPr>
        <p:spPr>
          <a:xfrm rot="-1517051">
            <a:off x="2103120" y="4434840"/>
            <a:ext cx="111337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45" name="Shape 343"/>
          <p:cNvSpPr/>
          <p:nvPr/>
        </p:nvSpPr>
        <p:spPr>
          <a:xfrm rot="-1371715">
            <a:off x="2203791" y="4387287"/>
            <a:ext cx="114678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 rot="-1235529">
            <a:off x="2309460" y="4342734"/>
            <a:ext cx="117580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47" name="Shape 345"/>
          <p:cNvSpPr/>
          <p:nvPr/>
        </p:nvSpPr>
        <p:spPr>
          <a:xfrm rot="-1106097">
            <a:off x="2419528" y="4301379"/>
            <a:ext cx="120026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48" name="Shape 346"/>
          <p:cNvSpPr/>
          <p:nvPr/>
        </p:nvSpPr>
        <p:spPr>
          <a:xfrm rot="-981359">
            <a:off x="2533395" y="4263423"/>
            <a:ext cx="122003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49" name="Shape 347"/>
          <p:cNvSpPr/>
          <p:nvPr/>
        </p:nvSpPr>
        <p:spPr>
          <a:xfrm rot="-859497">
            <a:off x="2650460" y="4229067"/>
            <a:ext cx="123505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 rot="-738857">
            <a:off x="2770125" y="4198509"/>
            <a:ext cx="124530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51" name="Shape 349"/>
          <p:cNvSpPr/>
          <p:nvPr/>
        </p:nvSpPr>
        <p:spPr>
          <a:xfrm rot="-617881">
            <a:off x="2891790" y="4171950"/>
            <a:ext cx="125079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52" name="Shape 350"/>
          <p:cNvSpPr/>
          <p:nvPr/>
        </p:nvSpPr>
        <p:spPr>
          <a:xfrm rot="-495055">
            <a:off x="3014854" y="4149590"/>
            <a:ext cx="125159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53" name="Shape 351"/>
          <p:cNvSpPr/>
          <p:nvPr/>
        </p:nvSpPr>
        <p:spPr>
          <a:xfrm rot="-368854">
            <a:off x="3138718" y="4131628"/>
            <a:ext cx="124781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54" name="Shape 352"/>
          <p:cNvSpPr/>
          <p:nvPr/>
        </p:nvSpPr>
        <p:spPr>
          <a:xfrm rot="-237697">
            <a:off x="3262782" y="4118266"/>
            <a:ext cx="123960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55" name="Shape 353"/>
          <p:cNvSpPr/>
          <p:nvPr/>
        </p:nvSpPr>
        <p:spPr>
          <a:xfrm rot="-99901">
            <a:off x="3386446" y="4109701"/>
            <a:ext cx="122716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56" name="Shape 354"/>
          <p:cNvSpPr/>
          <p:nvPr/>
        </p:nvSpPr>
        <p:spPr>
          <a:xfrm rot="46364">
            <a:off x="3509110" y="4106136"/>
            <a:ext cx="121076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57" name="Shape 355"/>
          <p:cNvSpPr/>
          <p:nvPr/>
        </p:nvSpPr>
        <p:spPr>
          <a:xfrm rot="203118">
            <a:off x="3630175" y="4107769"/>
            <a:ext cx="119073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58" name="Shape 356"/>
          <p:cNvSpPr/>
          <p:nvPr/>
        </p:nvSpPr>
        <p:spPr>
          <a:xfrm rot="732900">
            <a:off x="3749040" y="4114800"/>
            <a:ext cx="109557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59" name="Shape 357"/>
          <p:cNvSpPr/>
          <p:nvPr/>
        </p:nvSpPr>
        <p:spPr>
          <a:xfrm rot="1328465">
            <a:off x="3856116" y="4137980"/>
            <a:ext cx="110270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60" name="Shape 358"/>
          <p:cNvSpPr/>
          <p:nvPr/>
        </p:nvSpPr>
        <p:spPr>
          <a:xfrm rot="1869859">
            <a:off x="3958255" y="4179540"/>
            <a:ext cx="114235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61" name="Shape 359"/>
          <p:cNvSpPr/>
          <p:nvPr/>
        </p:nvSpPr>
        <p:spPr>
          <a:xfrm rot="2335653">
            <a:off x="4056004" y="4238655"/>
            <a:ext cx="120715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62" name="Shape 360"/>
          <p:cNvSpPr/>
          <p:nvPr/>
        </p:nvSpPr>
        <p:spPr>
          <a:xfrm rot="2721545">
            <a:off x="4149913" y="4314505"/>
            <a:ext cx="128963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63" name="Shape 361"/>
          <p:cNvSpPr/>
          <p:nvPr/>
        </p:nvSpPr>
        <p:spPr>
          <a:xfrm rot="3033922">
            <a:off x="4240530" y="4406265"/>
            <a:ext cx="138341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64" name="Shape 362"/>
          <p:cNvSpPr/>
          <p:nvPr/>
        </p:nvSpPr>
        <p:spPr>
          <a:xfrm rot="3283380">
            <a:off x="4328404" y="4513113"/>
            <a:ext cx="148355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65" name="Shape 363"/>
          <p:cNvSpPr/>
          <p:nvPr/>
        </p:nvSpPr>
        <p:spPr>
          <a:xfrm rot="3480832">
            <a:off x="4414083" y="4634225"/>
            <a:ext cx="158639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66" name="Shape 364"/>
          <p:cNvSpPr/>
          <p:nvPr/>
        </p:nvSpPr>
        <p:spPr>
          <a:xfrm rot="3635849">
            <a:off x="4498116" y="4768779"/>
            <a:ext cx="168933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67" name="Shape 365"/>
          <p:cNvSpPr/>
          <p:nvPr/>
        </p:nvSpPr>
        <p:spPr>
          <a:xfrm rot="3756238">
            <a:off x="4581053" y="4915952"/>
            <a:ext cx="179049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68" name="Shape 366"/>
          <p:cNvSpPr/>
          <p:nvPr/>
        </p:nvSpPr>
        <p:spPr>
          <a:xfrm rot="2853979">
            <a:off x="1463040" y="4983480"/>
            <a:ext cx="129963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69" name="Shape 367"/>
          <p:cNvSpPr/>
          <p:nvPr/>
        </p:nvSpPr>
        <p:spPr>
          <a:xfrm rot="2651264">
            <a:off x="1550731" y="5079401"/>
            <a:ext cx="136830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70" name="Shape 368"/>
          <p:cNvSpPr/>
          <p:nvPr/>
        </p:nvSpPr>
        <p:spPr>
          <a:xfrm rot="2467236">
            <a:off x="1648846" y="5174772"/>
            <a:ext cx="143352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71" name="Shape 369"/>
          <p:cNvSpPr/>
          <p:nvPr/>
        </p:nvSpPr>
        <p:spPr>
          <a:xfrm rot="2297584">
            <a:off x="1756837" y="5269047"/>
            <a:ext cx="149477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72" name="Shape 370"/>
          <p:cNvSpPr/>
          <p:nvPr/>
        </p:nvSpPr>
        <p:spPr>
          <a:xfrm rot="2138855">
            <a:off x="1874154" y="5361676"/>
            <a:ext cx="155172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73" name="Shape 371"/>
          <p:cNvSpPr/>
          <p:nvPr/>
        </p:nvSpPr>
        <p:spPr>
          <a:xfrm rot="1988251">
            <a:off x="2000250" y="5452110"/>
            <a:ext cx="160415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74" name="Shape 372"/>
          <p:cNvSpPr/>
          <p:nvPr/>
        </p:nvSpPr>
        <p:spPr>
          <a:xfrm rot="1843466">
            <a:off x="2134575" y="5539801"/>
            <a:ext cx="165194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75" name="Shape 373"/>
          <p:cNvSpPr/>
          <p:nvPr/>
        </p:nvSpPr>
        <p:spPr>
          <a:xfrm rot="1702567">
            <a:off x="2276582" y="5624200"/>
            <a:ext cx="169505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76" name="Shape 374"/>
          <p:cNvSpPr/>
          <p:nvPr/>
        </p:nvSpPr>
        <p:spPr>
          <a:xfrm rot="1563898">
            <a:off x="2425720" y="5704759"/>
            <a:ext cx="173353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77" name="Shape 375"/>
          <p:cNvSpPr/>
          <p:nvPr/>
        </p:nvSpPr>
        <p:spPr>
          <a:xfrm rot="1426012">
            <a:off x="2581443" y="5780928"/>
            <a:ext cx="176747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78" name="Shape 376"/>
          <p:cNvSpPr/>
          <p:nvPr/>
        </p:nvSpPr>
        <p:spPr>
          <a:xfrm rot="4670935">
            <a:off x="3200400" y="4069080"/>
            <a:ext cx="142922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79" name="Shape 377"/>
          <p:cNvSpPr/>
          <p:nvPr/>
        </p:nvSpPr>
        <p:spPr>
          <a:xfrm rot="4580445">
            <a:off x="3230484" y="4208800"/>
            <a:ext cx="148304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80" name="Shape 378"/>
          <p:cNvSpPr/>
          <p:nvPr/>
        </p:nvSpPr>
        <p:spPr>
          <a:xfrm rot="4501859">
            <a:off x="3265505" y="4352910"/>
            <a:ext cx="152579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81" name="Shape 379"/>
          <p:cNvSpPr/>
          <p:nvPr/>
        </p:nvSpPr>
        <p:spPr>
          <a:xfrm rot="4432462">
            <a:off x="3304916" y="4500311"/>
            <a:ext cx="155723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82" name="Shape 380"/>
          <p:cNvSpPr/>
          <p:nvPr/>
        </p:nvSpPr>
        <p:spPr>
          <a:xfrm rot="4370173">
            <a:off x="3348167" y="4649907"/>
            <a:ext cx="157717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83" name="Shape 381"/>
          <p:cNvSpPr/>
          <p:nvPr/>
        </p:nvSpPr>
        <p:spPr>
          <a:xfrm rot="4313339">
            <a:off x="3394710" y="4800600"/>
            <a:ext cx="158548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84" name="Shape 382"/>
          <p:cNvSpPr/>
          <p:nvPr/>
        </p:nvSpPr>
        <p:spPr>
          <a:xfrm rot="4260601">
            <a:off x="3443996" y="4951293"/>
            <a:ext cx="158206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85" name="Shape 383"/>
          <p:cNvSpPr/>
          <p:nvPr/>
        </p:nvSpPr>
        <p:spPr>
          <a:xfrm rot="4210784">
            <a:off x="3495477" y="5100889"/>
            <a:ext cx="156683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86" name="Shape 384"/>
          <p:cNvSpPr/>
          <p:nvPr/>
        </p:nvSpPr>
        <p:spPr>
          <a:xfrm rot="4162814">
            <a:off x="3548604" y="5248290"/>
            <a:ext cx="153973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87" name="Shape 385"/>
          <p:cNvSpPr/>
          <p:nvPr/>
        </p:nvSpPr>
        <p:spPr>
          <a:xfrm rot="4115642">
            <a:off x="3602827" y="5392400"/>
            <a:ext cx="150073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88" name="Shape 386"/>
          <p:cNvSpPr/>
          <p:nvPr/>
        </p:nvSpPr>
        <p:spPr>
          <a:xfrm rot="-2676182">
            <a:off x="2011680" y="4389120"/>
            <a:ext cx="64809" cy="0"/>
          </a:xfrm>
          <a:prstGeom prst="line">
            <a:avLst/>
          </a:prstGeom>
          <a:noFill/>
          <a:ln w="127000">
            <a:solidFill>
              <a:srgbClr val="F5C542">
                <a:alpha val="50000"/>
              </a:srgbClr>
            </a:solidFill>
            <a:prstDash val="solid"/>
          </a:ln>
        </p:spPr>
      </p:sp>
      <p:sp>
        <p:nvSpPr>
          <p:cNvPr id="389" name="Shape 387"/>
          <p:cNvSpPr/>
          <p:nvPr/>
        </p:nvSpPr>
        <p:spPr>
          <a:xfrm rot="-2535677">
            <a:off x="2057823" y="4343612"/>
            <a:ext cx="65781" cy="0"/>
          </a:xfrm>
          <a:prstGeom prst="line">
            <a:avLst/>
          </a:prstGeom>
          <a:noFill/>
          <a:ln w="127000">
            <a:solidFill>
              <a:srgbClr val="F5C542">
                <a:alpha val="50000"/>
              </a:srgbClr>
            </a:solidFill>
            <a:prstDash val="solid"/>
          </a:ln>
        </p:spPr>
      </p:sp>
      <p:sp>
        <p:nvSpPr>
          <p:cNvPr id="390" name="Shape 388"/>
          <p:cNvSpPr/>
          <p:nvPr/>
        </p:nvSpPr>
        <p:spPr>
          <a:xfrm rot="-2267809">
            <a:off x="2106507" y="4299373"/>
            <a:ext cx="68039" cy="0"/>
          </a:xfrm>
          <a:prstGeom prst="line">
            <a:avLst/>
          </a:prstGeom>
          <a:noFill/>
          <a:ln w="127000">
            <a:solidFill>
              <a:srgbClr val="F5C542">
                <a:alpha val="50000"/>
              </a:srgbClr>
            </a:solidFill>
            <a:prstDash val="solid"/>
          </a:ln>
        </p:spPr>
      </p:sp>
      <p:sp>
        <p:nvSpPr>
          <p:cNvPr id="391" name="Shape 389"/>
          <p:cNvSpPr/>
          <p:nvPr/>
        </p:nvSpPr>
        <p:spPr>
          <a:xfrm rot="-1901076">
            <a:off x="2160270" y="4257675"/>
            <a:ext cx="72135" cy="0"/>
          </a:xfrm>
          <a:prstGeom prst="line">
            <a:avLst/>
          </a:prstGeom>
          <a:noFill/>
          <a:ln w="127000">
            <a:solidFill>
              <a:srgbClr val="F5C542">
                <a:alpha val="50000"/>
              </a:srgbClr>
            </a:solidFill>
            <a:prstDash val="solid"/>
          </a:ln>
        </p:spPr>
      </p:sp>
      <p:sp>
        <p:nvSpPr>
          <p:cNvPr id="392" name="Shape 390"/>
          <p:cNvSpPr/>
          <p:nvPr/>
        </p:nvSpPr>
        <p:spPr>
          <a:xfrm rot="-1478114">
            <a:off x="2221653" y="4219787"/>
            <a:ext cx="78707" cy="0"/>
          </a:xfrm>
          <a:prstGeom prst="line">
            <a:avLst/>
          </a:prstGeom>
          <a:noFill/>
          <a:ln w="127000">
            <a:solidFill>
              <a:srgbClr val="F5C542">
                <a:alpha val="50000"/>
              </a:srgbClr>
            </a:solidFill>
            <a:prstDash val="solid"/>
          </a:ln>
        </p:spPr>
      </p:sp>
      <p:sp>
        <p:nvSpPr>
          <p:cNvPr id="393" name="Shape 391"/>
          <p:cNvSpPr/>
          <p:nvPr/>
        </p:nvSpPr>
        <p:spPr>
          <a:xfrm rot="-1046157">
            <a:off x="2293197" y="4186978"/>
            <a:ext cx="88301" cy="0"/>
          </a:xfrm>
          <a:prstGeom prst="line">
            <a:avLst/>
          </a:prstGeom>
          <a:noFill/>
          <a:ln w="127000">
            <a:solidFill>
              <a:srgbClr val="F5C542">
                <a:alpha val="50000"/>
              </a:srgbClr>
            </a:solidFill>
            <a:prstDash val="solid"/>
          </a:ln>
        </p:spPr>
      </p:sp>
      <p:sp>
        <p:nvSpPr>
          <p:cNvPr id="394" name="Shape 392"/>
          <p:cNvSpPr/>
          <p:nvPr/>
        </p:nvSpPr>
        <p:spPr>
          <a:xfrm rot="1803488">
            <a:off x="3657600" y="4114800"/>
            <a:ext cx="52824" cy="0"/>
          </a:xfrm>
          <a:prstGeom prst="line">
            <a:avLst/>
          </a:prstGeom>
          <a:noFill/>
          <a:ln w="127000">
            <a:solidFill>
              <a:srgbClr val="F5C542">
                <a:alpha val="50000"/>
              </a:srgbClr>
            </a:solidFill>
            <a:prstDash val="solid"/>
          </a:ln>
        </p:spPr>
      </p:sp>
      <p:sp>
        <p:nvSpPr>
          <p:cNvPr id="395" name="Shape 393"/>
          <p:cNvSpPr/>
          <p:nvPr/>
        </p:nvSpPr>
        <p:spPr>
          <a:xfrm rot="2139776">
            <a:off x="3703320" y="4141258"/>
            <a:ext cx="56273" cy="0"/>
          </a:xfrm>
          <a:prstGeom prst="line">
            <a:avLst/>
          </a:prstGeom>
          <a:noFill/>
          <a:ln w="127000">
            <a:solidFill>
              <a:srgbClr val="F5C542">
                <a:alpha val="50000"/>
              </a:srgbClr>
            </a:solidFill>
            <a:prstDash val="solid"/>
          </a:ln>
        </p:spPr>
      </p:sp>
      <p:sp>
        <p:nvSpPr>
          <p:cNvPr id="396" name="Shape 394"/>
          <p:cNvSpPr/>
          <p:nvPr/>
        </p:nvSpPr>
        <p:spPr>
          <a:xfrm rot="2378920">
            <a:off x="3749040" y="4174067"/>
            <a:ext cx="59379" cy="0"/>
          </a:xfrm>
          <a:prstGeom prst="line">
            <a:avLst/>
          </a:prstGeom>
          <a:noFill/>
          <a:ln w="127000">
            <a:solidFill>
              <a:srgbClr val="F5C542">
                <a:alpha val="50000"/>
              </a:srgbClr>
            </a:solidFill>
            <a:prstDash val="solid"/>
          </a:ln>
        </p:spPr>
      </p:sp>
      <p:sp>
        <p:nvSpPr>
          <p:cNvPr id="397" name="Shape 395"/>
          <p:cNvSpPr/>
          <p:nvPr/>
        </p:nvSpPr>
        <p:spPr>
          <a:xfrm rot="2541958">
            <a:off x="3794760" y="4211955"/>
            <a:ext cx="61879" cy="0"/>
          </a:xfrm>
          <a:prstGeom prst="line">
            <a:avLst/>
          </a:prstGeom>
          <a:noFill/>
          <a:ln w="127000">
            <a:solidFill>
              <a:srgbClr val="F5C542">
                <a:alpha val="50000"/>
              </a:srgbClr>
            </a:solidFill>
            <a:prstDash val="solid"/>
          </a:ln>
        </p:spPr>
      </p:sp>
      <p:sp>
        <p:nvSpPr>
          <p:cNvPr id="398" name="Shape 396"/>
          <p:cNvSpPr/>
          <p:nvPr/>
        </p:nvSpPr>
        <p:spPr>
          <a:xfrm rot="2643383">
            <a:off x="3840480" y="4253653"/>
            <a:ext cx="63619" cy="0"/>
          </a:xfrm>
          <a:prstGeom prst="line">
            <a:avLst/>
          </a:prstGeom>
          <a:noFill/>
          <a:ln w="127000">
            <a:solidFill>
              <a:srgbClr val="F5C542">
                <a:alpha val="50000"/>
              </a:srgbClr>
            </a:solidFill>
            <a:prstDash val="solid"/>
          </a:ln>
        </p:spPr>
      </p:sp>
      <p:sp>
        <p:nvSpPr>
          <p:cNvPr id="399" name="Shape 397"/>
          <p:cNvSpPr/>
          <p:nvPr/>
        </p:nvSpPr>
        <p:spPr>
          <a:xfrm rot="2692024">
            <a:off x="3886200" y="4297892"/>
            <a:ext cx="64508" cy="0"/>
          </a:xfrm>
          <a:prstGeom prst="line">
            <a:avLst/>
          </a:prstGeom>
          <a:noFill/>
          <a:ln w="127000">
            <a:solidFill>
              <a:srgbClr val="F5C542">
                <a:alpha val="50000"/>
              </a:srgbClr>
            </a:solidFill>
            <a:prstDash val="solid"/>
          </a:ln>
        </p:spPr>
      </p:sp>
      <p:sp>
        <p:nvSpPr>
          <p:cNvPr id="400" name="Shape 398"/>
          <p:cNvSpPr/>
          <p:nvPr/>
        </p:nvSpPr>
        <p:spPr>
          <a:xfrm>
            <a:off x="2103120" y="3840480"/>
            <a:ext cx="1920240" cy="594360"/>
          </a:xfrm>
          <a:prstGeom prst="roundRect">
            <a:avLst/>
          </a:prstGeom>
          <a:solidFill>
            <a:srgbClr val="000000">
              <a:alpha val="12000"/>
            </a:srgbClr>
          </a:solidFill>
          <a:ln w="12700">
            <a:solidFill>
              <a:srgbClr val="F5C542"/>
            </a:solidFill>
            <a:prstDash val="dash"/>
          </a:ln>
        </p:spPr>
      </p:sp>
      <p:sp>
        <p:nvSpPr>
          <p:cNvPr id="401" name="Text 399"/>
          <p:cNvSpPr/>
          <p:nvPr/>
        </p:nvSpPr>
        <p:spPr>
          <a:xfrm>
            <a:off x="2011680" y="445312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region — different z-depths</a:t>
            </a:r>
            <a:endParaRPr lang="en-US" sz="700" dirty="0"/>
          </a:p>
        </p:txBody>
      </p:sp>
      <p:sp>
        <p:nvSpPr>
          <p:cNvPr id="402" name="Shape 400"/>
          <p:cNvSpPr/>
          <p:nvPr/>
        </p:nvSpPr>
        <p:spPr>
          <a:xfrm>
            <a:off x="1005840" y="5897880"/>
            <a:ext cx="329184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60000"/>
            </a:srgbClr>
          </a:solidFill>
          <a:ln/>
        </p:spPr>
      </p:sp>
      <p:sp>
        <p:nvSpPr>
          <p:cNvPr id="403" name="Shape 401"/>
          <p:cNvSpPr/>
          <p:nvPr/>
        </p:nvSpPr>
        <p:spPr>
          <a:xfrm>
            <a:off x="1188720" y="6044184"/>
            <a:ext cx="274320" cy="0"/>
          </a:xfrm>
          <a:prstGeom prst="line">
            <a:avLst/>
          </a:prstGeom>
          <a:noFill/>
          <a:ln w="63500">
            <a:solidFill>
              <a:srgbClr val="E94560"/>
            </a:solidFill>
            <a:prstDash val="solid"/>
          </a:ln>
        </p:spPr>
      </p:sp>
      <p:sp>
        <p:nvSpPr>
          <p:cNvPr id="404" name="Text 402"/>
          <p:cNvSpPr/>
          <p:nvPr/>
        </p:nvSpPr>
        <p:spPr>
          <a:xfrm>
            <a:off x="1508760" y="593445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</a:t>
            </a:r>
            <a:endParaRPr lang="en-US" sz="800" dirty="0"/>
          </a:p>
        </p:txBody>
      </p:sp>
      <p:sp>
        <p:nvSpPr>
          <p:cNvPr id="405" name="Shape 403"/>
          <p:cNvSpPr/>
          <p:nvPr/>
        </p:nvSpPr>
        <p:spPr>
          <a:xfrm>
            <a:off x="2057400" y="6044184"/>
            <a:ext cx="274320" cy="0"/>
          </a:xfrm>
          <a:prstGeom prst="line">
            <a:avLst/>
          </a:prstGeom>
          <a:noFill/>
          <a:ln w="63500">
            <a:solidFill>
              <a:srgbClr val="F5C542"/>
            </a:solidFill>
            <a:prstDash val="solid"/>
          </a:ln>
        </p:spPr>
      </p:sp>
      <p:sp>
        <p:nvSpPr>
          <p:cNvPr id="406" name="Text 404"/>
          <p:cNvSpPr/>
          <p:nvPr/>
        </p:nvSpPr>
        <p:spPr>
          <a:xfrm>
            <a:off x="2377440" y="593445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</a:t>
            </a:r>
            <a:endParaRPr lang="en-US" sz="800" dirty="0"/>
          </a:p>
        </p:txBody>
      </p:sp>
      <p:sp>
        <p:nvSpPr>
          <p:cNvPr id="407" name="Shape 405"/>
          <p:cNvSpPr/>
          <p:nvPr/>
        </p:nvSpPr>
        <p:spPr>
          <a:xfrm>
            <a:off x="2926080" y="6044184"/>
            <a:ext cx="274320" cy="0"/>
          </a:xfrm>
          <a:prstGeom prst="line">
            <a:avLst/>
          </a:prstGeom>
          <a:noFill/>
          <a:ln w="63500">
            <a:solidFill>
              <a:srgbClr val="4DA8DA"/>
            </a:solidFill>
            <a:prstDash val="solid"/>
          </a:ln>
        </p:spPr>
      </p:sp>
      <p:sp>
        <p:nvSpPr>
          <p:cNvPr id="408" name="Text 406"/>
          <p:cNvSpPr/>
          <p:nvPr/>
        </p:nvSpPr>
        <p:spPr>
          <a:xfrm>
            <a:off x="3246120" y="593445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</a:t>
            </a:r>
            <a:endParaRPr lang="en-US" sz="800" dirty="0"/>
          </a:p>
        </p:txBody>
      </p:sp>
      <p:sp>
        <p:nvSpPr>
          <p:cNvPr id="409" name="Text 407"/>
          <p:cNvSpPr/>
          <p:nvPr/>
        </p:nvSpPr>
        <p:spPr>
          <a:xfrm>
            <a:off x="3566160" y="593445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Deep    Shallow →</a:t>
            </a:r>
            <a:endParaRPr lang="en-US" sz="650" dirty="0"/>
          </a:p>
        </p:txBody>
      </p:sp>
      <p:sp>
        <p:nvSpPr>
          <p:cNvPr id="410" name="Shape 408"/>
          <p:cNvSpPr/>
          <p:nvPr/>
        </p:nvSpPr>
        <p:spPr>
          <a:xfrm rot="-2485129">
            <a:off x="6080760" y="4983480"/>
            <a:ext cx="127876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11" name="Shape 409"/>
          <p:cNvSpPr/>
          <p:nvPr/>
        </p:nvSpPr>
        <p:spPr>
          <a:xfrm rot="-2379818">
            <a:off x="6176654" y="4898882"/>
            <a:ext cx="128658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12" name="Shape 410"/>
          <p:cNvSpPr/>
          <p:nvPr/>
        </p:nvSpPr>
        <p:spPr>
          <a:xfrm rot="-2269948">
            <a:off x="6275695" y="4816763"/>
            <a:ext cx="129300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13" name="Shape 411"/>
          <p:cNvSpPr/>
          <p:nvPr/>
        </p:nvSpPr>
        <p:spPr>
          <a:xfrm rot="-2155145">
            <a:off x="6377817" y="4737456"/>
            <a:ext cx="129822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14" name="Shape 412"/>
          <p:cNvSpPr/>
          <p:nvPr/>
        </p:nvSpPr>
        <p:spPr>
          <a:xfrm rot="-2035050">
            <a:off x="6482953" y="4661297"/>
            <a:ext cx="130245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15" name="Shape 413"/>
          <p:cNvSpPr/>
          <p:nvPr/>
        </p:nvSpPr>
        <p:spPr>
          <a:xfrm rot="-1909328">
            <a:off x="6591036" y="4588620"/>
            <a:ext cx="130592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16" name="Shape 414"/>
          <p:cNvSpPr/>
          <p:nvPr/>
        </p:nvSpPr>
        <p:spPr>
          <a:xfrm rot="-1777675">
            <a:off x="6701998" y="4519761"/>
            <a:ext cx="130889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17" name="Shape 415"/>
          <p:cNvSpPr/>
          <p:nvPr/>
        </p:nvSpPr>
        <p:spPr>
          <a:xfrm rot="-1639828">
            <a:off x="6815774" y="4455055"/>
            <a:ext cx="131163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18" name="Shape 416"/>
          <p:cNvSpPr/>
          <p:nvPr/>
        </p:nvSpPr>
        <p:spPr>
          <a:xfrm rot="-1495582">
            <a:off x="6932295" y="4394835"/>
            <a:ext cx="131444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19" name="Shape 417"/>
          <p:cNvSpPr/>
          <p:nvPr/>
        </p:nvSpPr>
        <p:spPr>
          <a:xfrm rot="-1344804">
            <a:off x="7051495" y="4339437"/>
            <a:ext cx="131766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20" name="Shape 418"/>
          <p:cNvSpPr/>
          <p:nvPr/>
        </p:nvSpPr>
        <p:spPr>
          <a:xfrm rot="-1187452">
            <a:off x="7173307" y="4289197"/>
            <a:ext cx="132163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21" name="Shape 419"/>
          <p:cNvSpPr/>
          <p:nvPr/>
        </p:nvSpPr>
        <p:spPr>
          <a:xfrm rot="-1023591">
            <a:off x="7297664" y="4244448"/>
            <a:ext cx="132673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22" name="Shape 420"/>
          <p:cNvSpPr/>
          <p:nvPr/>
        </p:nvSpPr>
        <p:spPr>
          <a:xfrm rot="-853412">
            <a:off x="7424499" y="4205526"/>
            <a:ext cx="133333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23" name="Shape 421"/>
          <p:cNvSpPr/>
          <p:nvPr/>
        </p:nvSpPr>
        <p:spPr>
          <a:xfrm rot="-677250">
            <a:off x="7553745" y="4172765"/>
            <a:ext cx="134186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24" name="Shape 422"/>
          <p:cNvSpPr/>
          <p:nvPr/>
        </p:nvSpPr>
        <p:spPr>
          <a:xfrm rot="-495589">
            <a:off x="7685336" y="4146500"/>
            <a:ext cx="135270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25" name="Shape 423"/>
          <p:cNvSpPr/>
          <p:nvPr/>
        </p:nvSpPr>
        <p:spPr>
          <a:xfrm rot="-309072">
            <a:off x="7819203" y="4127067"/>
            <a:ext cx="136629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26" name="Shape 424"/>
          <p:cNvSpPr/>
          <p:nvPr/>
        </p:nvSpPr>
        <p:spPr>
          <a:xfrm rot="-210263">
            <a:off x="7955280" y="4114800"/>
            <a:ext cx="137384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27" name="Shape 425"/>
          <p:cNvSpPr/>
          <p:nvPr/>
        </p:nvSpPr>
        <p:spPr>
          <a:xfrm rot="-140477">
            <a:off x="8092407" y="4106402"/>
            <a:ext cx="137041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28" name="Shape 426"/>
          <p:cNvSpPr/>
          <p:nvPr/>
        </p:nvSpPr>
        <p:spPr>
          <a:xfrm rot="-70474">
            <a:off x="8229333" y="4100804"/>
            <a:ext cx="136556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29" name="Shape 427"/>
          <p:cNvSpPr/>
          <p:nvPr/>
        </p:nvSpPr>
        <p:spPr>
          <a:xfrm>
            <a:off x="8365860" y="4098005"/>
            <a:ext cx="135927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30" name="Shape 428"/>
          <p:cNvSpPr/>
          <p:nvPr/>
        </p:nvSpPr>
        <p:spPr>
          <a:xfrm rot="71203">
            <a:off x="8501787" y="4098005"/>
            <a:ext cx="135156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31" name="Shape 429"/>
          <p:cNvSpPr/>
          <p:nvPr/>
        </p:nvSpPr>
        <p:spPr>
          <a:xfrm rot="143405">
            <a:off x="8636915" y="4100804"/>
            <a:ext cx="134244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32" name="Shape 430"/>
          <p:cNvSpPr/>
          <p:nvPr/>
        </p:nvSpPr>
        <p:spPr>
          <a:xfrm rot="216887">
            <a:off x="8771042" y="4106402"/>
            <a:ext cx="133193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33" name="Shape 431"/>
          <p:cNvSpPr/>
          <p:nvPr/>
        </p:nvSpPr>
        <p:spPr>
          <a:xfrm rot="291944">
            <a:off x="8903970" y="4114800"/>
            <a:ext cx="132004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34" name="Shape 432"/>
          <p:cNvSpPr/>
          <p:nvPr/>
        </p:nvSpPr>
        <p:spPr>
          <a:xfrm rot="368891">
            <a:off x="9035498" y="4125997"/>
            <a:ext cx="130680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35" name="Shape 433"/>
          <p:cNvSpPr/>
          <p:nvPr/>
        </p:nvSpPr>
        <p:spPr>
          <a:xfrm rot="448063">
            <a:off x="9165427" y="4139993"/>
            <a:ext cx="129225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36" name="Shape 434"/>
          <p:cNvSpPr/>
          <p:nvPr/>
        </p:nvSpPr>
        <p:spPr>
          <a:xfrm rot="529819">
            <a:off x="9293556" y="4156788"/>
            <a:ext cx="127643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37" name="Shape 435"/>
          <p:cNvSpPr/>
          <p:nvPr/>
        </p:nvSpPr>
        <p:spPr>
          <a:xfrm rot="614548">
            <a:off x="9419686" y="4176382"/>
            <a:ext cx="125937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38" name="Shape 436"/>
          <p:cNvSpPr/>
          <p:nvPr/>
        </p:nvSpPr>
        <p:spPr>
          <a:xfrm rot="702671">
            <a:off x="9543617" y="4198776"/>
            <a:ext cx="124115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39" name="Shape 437"/>
          <p:cNvSpPr/>
          <p:nvPr/>
        </p:nvSpPr>
        <p:spPr>
          <a:xfrm rot="794646">
            <a:off x="9665148" y="4223968"/>
            <a:ext cx="122182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40" name="Shape 438"/>
          <p:cNvSpPr/>
          <p:nvPr/>
        </p:nvSpPr>
        <p:spPr>
          <a:xfrm rot="1282237">
            <a:off x="9784080" y="4251960"/>
            <a:ext cx="105863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41" name="Shape 439"/>
          <p:cNvSpPr/>
          <p:nvPr/>
        </p:nvSpPr>
        <p:spPr>
          <a:xfrm rot="1658759">
            <a:off x="9882664" y="4290536"/>
            <a:ext cx="101612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42" name="Shape 440"/>
          <p:cNvSpPr/>
          <p:nvPr/>
        </p:nvSpPr>
        <p:spPr>
          <a:xfrm rot="2062821">
            <a:off x="9972675" y="4337685"/>
            <a:ext cx="98677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43" name="Shape 441"/>
          <p:cNvSpPr/>
          <p:nvPr/>
        </p:nvSpPr>
        <p:spPr>
          <a:xfrm rot="2485420">
            <a:off x="10054114" y="4393406"/>
            <a:ext cx="97176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44" name="Shape 442"/>
          <p:cNvSpPr/>
          <p:nvPr/>
        </p:nvSpPr>
        <p:spPr>
          <a:xfrm rot="2914580">
            <a:off x="10126980" y="4457700"/>
            <a:ext cx="97176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45" name="Shape 443"/>
          <p:cNvSpPr/>
          <p:nvPr/>
        </p:nvSpPr>
        <p:spPr>
          <a:xfrm rot="3337179">
            <a:off x="10191274" y="4530566"/>
            <a:ext cx="98677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46" name="Shape 444"/>
          <p:cNvSpPr/>
          <p:nvPr/>
        </p:nvSpPr>
        <p:spPr>
          <a:xfrm rot="3741241">
            <a:off x="10246995" y="4612005"/>
            <a:ext cx="101612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47" name="Shape 445"/>
          <p:cNvSpPr/>
          <p:nvPr/>
        </p:nvSpPr>
        <p:spPr>
          <a:xfrm rot="4117763">
            <a:off x="10294144" y="4702016"/>
            <a:ext cx="105863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48" name="Shape 446"/>
          <p:cNvSpPr/>
          <p:nvPr/>
        </p:nvSpPr>
        <p:spPr>
          <a:xfrm rot="4394247">
            <a:off x="7498080" y="4160520"/>
            <a:ext cx="103042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49" name="Shape 447"/>
          <p:cNvSpPr/>
          <p:nvPr/>
        </p:nvSpPr>
        <p:spPr>
          <a:xfrm rot="4356168">
            <a:off x="7527798" y="4259184"/>
            <a:ext cx="108568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50" name="Shape 448"/>
          <p:cNvSpPr/>
          <p:nvPr/>
        </p:nvSpPr>
        <p:spPr>
          <a:xfrm rot="4396176">
            <a:off x="7560259" y="4362785"/>
            <a:ext cx="112764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51" name="Shape 449"/>
          <p:cNvSpPr/>
          <p:nvPr/>
        </p:nvSpPr>
        <p:spPr>
          <a:xfrm rot="4507090">
            <a:off x="7592720" y="4470776"/>
            <a:ext cx="115712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52" name="Shape 450"/>
          <p:cNvSpPr/>
          <p:nvPr/>
        </p:nvSpPr>
        <p:spPr>
          <a:xfrm rot="4686818">
            <a:off x="7622438" y="4582607"/>
            <a:ext cx="117646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53" name="Shape 451"/>
          <p:cNvSpPr/>
          <p:nvPr/>
        </p:nvSpPr>
        <p:spPr>
          <a:xfrm rot="4936113">
            <a:off x="7646670" y="4697730"/>
            <a:ext cx="118947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54" name="Shape 452"/>
          <p:cNvSpPr/>
          <p:nvPr/>
        </p:nvSpPr>
        <p:spPr>
          <a:xfrm rot="5256081">
            <a:off x="7662672" y="4815596"/>
            <a:ext cx="120166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55" name="Shape 453"/>
          <p:cNvSpPr/>
          <p:nvPr/>
        </p:nvSpPr>
        <p:spPr>
          <a:xfrm rot="5644953">
            <a:off x="7667701" y="4935657"/>
            <a:ext cx="122016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56" name="Shape 454"/>
          <p:cNvSpPr/>
          <p:nvPr/>
        </p:nvSpPr>
        <p:spPr>
          <a:xfrm rot="6094334">
            <a:off x="7659014" y="5057364"/>
            <a:ext cx="125352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57" name="Shape 455"/>
          <p:cNvSpPr/>
          <p:nvPr/>
        </p:nvSpPr>
        <p:spPr>
          <a:xfrm rot="6586489">
            <a:off x="7633868" y="5180167"/>
            <a:ext cx="131083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58" name="Shape 456"/>
          <p:cNvSpPr/>
          <p:nvPr/>
        </p:nvSpPr>
        <p:spPr>
          <a:xfrm rot="-3879229">
            <a:off x="9052560" y="4114800"/>
            <a:ext cx="90113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59" name="Shape 457"/>
          <p:cNvSpPr/>
          <p:nvPr/>
        </p:nvSpPr>
        <p:spPr>
          <a:xfrm rot="-3425685">
            <a:off x="9091136" y="4033361"/>
            <a:ext cx="86790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60" name="Shape 458"/>
          <p:cNvSpPr/>
          <p:nvPr/>
        </p:nvSpPr>
        <p:spPr>
          <a:xfrm rot="-2945137">
            <a:off x="9138285" y="3960495"/>
            <a:ext cx="85080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61" name="Shape 459"/>
          <p:cNvSpPr/>
          <p:nvPr/>
        </p:nvSpPr>
        <p:spPr>
          <a:xfrm rot="-2454863">
            <a:off x="9194006" y="3896201"/>
            <a:ext cx="85080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62" name="Shape 460"/>
          <p:cNvSpPr/>
          <p:nvPr/>
        </p:nvSpPr>
        <p:spPr>
          <a:xfrm rot="-1974315">
            <a:off x="9258300" y="3840480"/>
            <a:ext cx="86790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63" name="Shape 461"/>
          <p:cNvSpPr/>
          <p:nvPr/>
        </p:nvSpPr>
        <p:spPr>
          <a:xfrm rot="-1520771">
            <a:off x="9331166" y="3793331"/>
            <a:ext cx="90113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64" name="Shape 462"/>
          <p:cNvSpPr/>
          <p:nvPr/>
        </p:nvSpPr>
        <p:spPr>
          <a:xfrm rot="-1106097">
            <a:off x="9412605" y="3754755"/>
            <a:ext cx="94880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65" name="Shape 463"/>
          <p:cNvSpPr/>
          <p:nvPr/>
        </p:nvSpPr>
        <p:spPr>
          <a:xfrm rot="-735886">
            <a:off x="9502616" y="3724751"/>
            <a:ext cx="100886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66" name="Shape 464"/>
          <p:cNvSpPr/>
          <p:nvPr/>
        </p:nvSpPr>
        <p:spPr>
          <a:xfrm rot="7956843">
            <a:off x="6583680" y="4663440"/>
            <a:ext cx="142573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67" name="Shape 465"/>
          <p:cNvSpPr/>
          <p:nvPr/>
        </p:nvSpPr>
        <p:spPr>
          <a:xfrm rot="7666232">
            <a:off x="6487150" y="4768364"/>
            <a:ext cx="137481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68" name="Shape 466"/>
          <p:cNvSpPr/>
          <p:nvPr/>
        </p:nvSpPr>
        <p:spPr>
          <a:xfrm rot="7374770">
            <a:off x="6402943" y="4877038"/>
            <a:ext cx="133281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69" name="Shape 467"/>
          <p:cNvSpPr/>
          <p:nvPr/>
        </p:nvSpPr>
        <p:spPr>
          <a:xfrm rot="7085879">
            <a:off x="6330523" y="4988927"/>
            <a:ext cx="129874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70" name="Shape 468"/>
          <p:cNvSpPr/>
          <p:nvPr/>
        </p:nvSpPr>
        <p:spPr>
          <a:xfrm rot="6802694">
            <a:off x="6269355" y="5103495"/>
            <a:ext cx="127149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71" name="Shape 469"/>
          <p:cNvSpPr/>
          <p:nvPr/>
        </p:nvSpPr>
        <p:spPr>
          <a:xfrm rot="6527845">
            <a:off x="6218902" y="5220206"/>
            <a:ext cx="124985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72" name="Shape 470"/>
          <p:cNvSpPr/>
          <p:nvPr/>
        </p:nvSpPr>
        <p:spPr>
          <a:xfrm rot="6263317">
            <a:off x="6178629" y="5338524"/>
            <a:ext cx="123256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73" name="Shape 471"/>
          <p:cNvSpPr/>
          <p:nvPr/>
        </p:nvSpPr>
        <p:spPr>
          <a:xfrm rot="6010403">
            <a:off x="6148001" y="5457914"/>
            <a:ext cx="121841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74" name="Shape 472"/>
          <p:cNvSpPr/>
          <p:nvPr/>
        </p:nvSpPr>
        <p:spPr>
          <a:xfrm rot="-2409774">
            <a:off x="5989320" y="6035040"/>
            <a:ext cx="141956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475" name="Shape 473"/>
          <p:cNvSpPr/>
          <p:nvPr/>
        </p:nvSpPr>
        <p:spPr>
          <a:xfrm rot="-2499596">
            <a:off x="6097805" y="5943483"/>
            <a:ext cx="147215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476" name="Shape 474"/>
          <p:cNvSpPr/>
          <p:nvPr/>
        </p:nvSpPr>
        <p:spPr>
          <a:xfrm rot="-2570074">
            <a:off x="6207790" y="5845629"/>
            <a:ext cx="152163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477" name="Shape 475"/>
          <p:cNvSpPr/>
          <p:nvPr/>
        </p:nvSpPr>
        <p:spPr>
          <a:xfrm rot="-2623515">
            <a:off x="6319374" y="5742175"/>
            <a:ext cx="156759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478" name="Shape 476"/>
          <p:cNvSpPr/>
          <p:nvPr/>
        </p:nvSpPr>
        <p:spPr>
          <a:xfrm rot="-2661754">
            <a:off x="6432657" y="5633824"/>
            <a:ext cx="160971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479" name="Shape 477"/>
          <p:cNvSpPr/>
          <p:nvPr/>
        </p:nvSpPr>
        <p:spPr>
          <a:xfrm rot="-2686235">
            <a:off x="6547740" y="5521273"/>
            <a:ext cx="164780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480" name="Shape 478"/>
          <p:cNvSpPr/>
          <p:nvPr/>
        </p:nvSpPr>
        <p:spPr>
          <a:xfrm rot="-2698073">
            <a:off x="6664723" y="5405224"/>
            <a:ext cx="168172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481" name="Shape 479"/>
          <p:cNvSpPr/>
          <p:nvPr/>
        </p:nvSpPr>
        <p:spPr>
          <a:xfrm rot="-2698107">
            <a:off x="6783705" y="5286375"/>
            <a:ext cx="171141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482" name="Shape 480"/>
          <p:cNvSpPr/>
          <p:nvPr/>
        </p:nvSpPr>
        <p:spPr>
          <a:xfrm rot="-2686941">
            <a:off x="6904786" y="5165427"/>
            <a:ext cx="173687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483" name="Shape 481"/>
          <p:cNvSpPr/>
          <p:nvPr/>
        </p:nvSpPr>
        <p:spPr>
          <a:xfrm rot="-2664983">
            <a:off x="7028067" y="5043079"/>
            <a:ext cx="175815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484" name="Shape 482"/>
          <p:cNvSpPr/>
          <p:nvPr/>
        </p:nvSpPr>
        <p:spPr>
          <a:xfrm rot="-2632468">
            <a:off x="7153647" y="4920032"/>
            <a:ext cx="177537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485" name="Shape 483"/>
          <p:cNvSpPr/>
          <p:nvPr/>
        </p:nvSpPr>
        <p:spPr>
          <a:xfrm rot="-2589479">
            <a:off x="7281626" y="4796984"/>
            <a:ext cx="178868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486" name="Shape 484"/>
          <p:cNvSpPr/>
          <p:nvPr/>
        </p:nvSpPr>
        <p:spPr>
          <a:xfrm rot="-2535971">
            <a:off x="7412105" y="4674637"/>
            <a:ext cx="179828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487" name="Shape 485"/>
          <p:cNvSpPr/>
          <p:nvPr/>
        </p:nvSpPr>
        <p:spPr>
          <a:xfrm rot="-2471783">
            <a:off x="7545183" y="4553689"/>
            <a:ext cx="180445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488" name="Shape 486"/>
          <p:cNvSpPr/>
          <p:nvPr/>
        </p:nvSpPr>
        <p:spPr>
          <a:xfrm rot="-1517051">
            <a:off x="7680960" y="4434840"/>
            <a:ext cx="111337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489" name="Shape 487"/>
          <p:cNvSpPr/>
          <p:nvPr/>
        </p:nvSpPr>
        <p:spPr>
          <a:xfrm rot="-1371715">
            <a:off x="7781631" y="4387287"/>
            <a:ext cx="114678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490" name="Shape 488"/>
          <p:cNvSpPr/>
          <p:nvPr/>
        </p:nvSpPr>
        <p:spPr>
          <a:xfrm rot="-1235529">
            <a:off x="7887300" y="4342734"/>
            <a:ext cx="117580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491" name="Shape 489"/>
          <p:cNvSpPr/>
          <p:nvPr/>
        </p:nvSpPr>
        <p:spPr>
          <a:xfrm rot="-1106097">
            <a:off x="7997368" y="4301379"/>
            <a:ext cx="120026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492" name="Shape 490"/>
          <p:cNvSpPr/>
          <p:nvPr/>
        </p:nvSpPr>
        <p:spPr>
          <a:xfrm rot="-981359">
            <a:off x="8111235" y="4263423"/>
            <a:ext cx="122003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493" name="Shape 491"/>
          <p:cNvSpPr/>
          <p:nvPr/>
        </p:nvSpPr>
        <p:spPr>
          <a:xfrm rot="-859497">
            <a:off x="8228300" y="4229067"/>
            <a:ext cx="123505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494" name="Shape 492"/>
          <p:cNvSpPr/>
          <p:nvPr/>
        </p:nvSpPr>
        <p:spPr>
          <a:xfrm rot="-738857">
            <a:off x="8347965" y="4198509"/>
            <a:ext cx="124530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495" name="Shape 493"/>
          <p:cNvSpPr/>
          <p:nvPr/>
        </p:nvSpPr>
        <p:spPr>
          <a:xfrm rot="-617881">
            <a:off x="8469630" y="4171950"/>
            <a:ext cx="125079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496" name="Shape 494"/>
          <p:cNvSpPr/>
          <p:nvPr/>
        </p:nvSpPr>
        <p:spPr>
          <a:xfrm rot="-495055">
            <a:off x="8592694" y="4149590"/>
            <a:ext cx="125159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497" name="Shape 495"/>
          <p:cNvSpPr/>
          <p:nvPr/>
        </p:nvSpPr>
        <p:spPr>
          <a:xfrm rot="-368854">
            <a:off x="8716558" y="4131628"/>
            <a:ext cx="124781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498" name="Shape 496"/>
          <p:cNvSpPr/>
          <p:nvPr/>
        </p:nvSpPr>
        <p:spPr>
          <a:xfrm rot="-237697">
            <a:off x="8840622" y="4118266"/>
            <a:ext cx="123960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499" name="Shape 497"/>
          <p:cNvSpPr/>
          <p:nvPr/>
        </p:nvSpPr>
        <p:spPr>
          <a:xfrm rot="-99901">
            <a:off x="8964286" y="4109701"/>
            <a:ext cx="122716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00" name="Shape 498"/>
          <p:cNvSpPr/>
          <p:nvPr/>
        </p:nvSpPr>
        <p:spPr>
          <a:xfrm rot="46364">
            <a:off x="9086950" y="4106136"/>
            <a:ext cx="121076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01" name="Shape 499"/>
          <p:cNvSpPr/>
          <p:nvPr/>
        </p:nvSpPr>
        <p:spPr>
          <a:xfrm rot="203118">
            <a:off x="9208015" y="4107769"/>
            <a:ext cx="119073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02" name="Shape 500"/>
          <p:cNvSpPr/>
          <p:nvPr/>
        </p:nvSpPr>
        <p:spPr>
          <a:xfrm rot="732900">
            <a:off x="9326880" y="4114800"/>
            <a:ext cx="109557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03" name="Shape 501"/>
          <p:cNvSpPr/>
          <p:nvPr/>
        </p:nvSpPr>
        <p:spPr>
          <a:xfrm rot="1328465">
            <a:off x="9433956" y="4137980"/>
            <a:ext cx="110270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04" name="Shape 502"/>
          <p:cNvSpPr/>
          <p:nvPr/>
        </p:nvSpPr>
        <p:spPr>
          <a:xfrm rot="1869859">
            <a:off x="9536095" y="4179540"/>
            <a:ext cx="114235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05" name="Shape 503"/>
          <p:cNvSpPr/>
          <p:nvPr/>
        </p:nvSpPr>
        <p:spPr>
          <a:xfrm rot="2335653">
            <a:off x="9633844" y="4238655"/>
            <a:ext cx="120715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06" name="Shape 504"/>
          <p:cNvSpPr/>
          <p:nvPr/>
        </p:nvSpPr>
        <p:spPr>
          <a:xfrm rot="2721545">
            <a:off x="9727753" y="4314505"/>
            <a:ext cx="128963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07" name="Shape 505"/>
          <p:cNvSpPr/>
          <p:nvPr/>
        </p:nvSpPr>
        <p:spPr>
          <a:xfrm rot="3033922">
            <a:off x="9818370" y="4406265"/>
            <a:ext cx="138341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08" name="Shape 506"/>
          <p:cNvSpPr/>
          <p:nvPr/>
        </p:nvSpPr>
        <p:spPr>
          <a:xfrm rot="3283380">
            <a:off x="9906244" y="4513113"/>
            <a:ext cx="148355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09" name="Shape 507"/>
          <p:cNvSpPr/>
          <p:nvPr/>
        </p:nvSpPr>
        <p:spPr>
          <a:xfrm rot="3480832">
            <a:off x="9991923" y="4634225"/>
            <a:ext cx="158639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10" name="Shape 508"/>
          <p:cNvSpPr/>
          <p:nvPr/>
        </p:nvSpPr>
        <p:spPr>
          <a:xfrm rot="3635849">
            <a:off x="10075956" y="4768779"/>
            <a:ext cx="168933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11" name="Shape 509"/>
          <p:cNvSpPr/>
          <p:nvPr/>
        </p:nvSpPr>
        <p:spPr>
          <a:xfrm rot="3756238">
            <a:off x="10158893" y="4915952"/>
            <a:ext cx="179049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12" name="Shape 510"/>
          <p:cNvSpPr/>
          <p:nvPr/>
        </p:nvSpPr>
        <p:spPr>
          <a:xfrm rot="2853979">
            <a:off x="7040880" y="4983480"/>
            <a:ext cx="129963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13" name="Shape 511"/>
          <p:cNvSpPr/>
          <p:nvPr/>
        </p:nvSpPr>
        <p:spPr>
          <a:xfrm rot="2651264">
            <a:off x="7128571" y="5079401"/>
            <a:ext cx="136830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14" name="Shape 512"/>
          <p:cNvSpPr/>
          <p:nvPr/>
        </p:nvSpPr>
        <p:spPr>
          <a:xfrm rot="2467236">
            <a:off x="7226686" y="5174772"/>
            <a:ext cx="143352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15" name="Shape 513"/>
          <p:cNvSpPr/>
          <p:nvPr/>
        </p:nvSpPr>
        <p:spPr>
          <a:xfrm rot="2297584">
            <a:off x="7334677" y="5269047"/>
            <a:ext cx="149477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16" name="Shape 514"/>
          <p:cNvSpPr/>
          <p:nvPr/>
        </p:nvSpPr>
        <p:spPr>
          <a:xfrm rot="2138855">
            <a:off x="7451994" y="5361676"/>
            <a:ext cx="155172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17" name="Shape 515"/>
          <p:cNvSpPr/>
          <p:nvPr/>
        </p:nvSpPr>
        <p:spPr>
          <a:xfrm rot="1988251">
            <a:off x="7578090" y="5452110"/>
            <a:ext cx="160415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18" name="Shape 516"/>
          <p:cNvSpPr/>
          <p:nvPr/>
        </p:nvSpPr>
        <p:spPr>
          <a:xfrm rot="1843466">
            <a:off x="7712415" y="5539801"/>
            <a:ext cx="165194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19" name="Shape 517"/>
          <p:cNvSpPr/>
          <p:nvPr/>
        </p:nvSpPr>
        <p:spPr>
          <a:xfrm rot="1702567">
            <a:off x="7854422" y="5624200"/>
            <a:ext cx="169505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20" name="Shape 518"/>
          <p:cNvSpPr/>
          <p:nvPr/>
        </p:nvSpPr>
        <p:spPr>
          <a:xfrm rot="1563898">
            <a:off x="8003560" y="5704759"/>
            <a:ext cx="173353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21" name="Shape 519"/>
          <p:cNvSpPr/>
          <p:nvPr/>
        </p:nvSpPr>
        <p:spPr>
          <a:xfrm rot="1426012">
            <a:off x="8159283" y="5780928"/>
            <a:ext cx="176747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22" name="Shape 520"/>
          <p:cNvSpPr/>
          <p:nvPr/>
        </p:nvSpPr>
        <p:spPr>
          <a:xfrm rot="4670935">
            <a:off x="8778240" y="4069080"/>
            <a:ext cx="142922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23" name="Shape 521"/>
          <p:cNvSpPr/>
          <p:nvPr/>
        </p:nvSpPr>
        <p:spPr>
          <a:xfrm rot="4580445">
            <a:off x="8808324" y="4208800"/>
            <a:ext cx="148304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24" name="Shape 522"/>
          <p:cNvSpPr/>
          <p:nvPr/>
        </p:nvSpPr>
        <p:spPr>
          <a:xfrm rot="4501859">
            <a:off x="8843345" y="4352910"/>
            <a:ext cx="152579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25" name="Shape 523"/>
          <p:cNvSpPr/>
          <p:nvPr/>
        </p:nvSpPr>
        <p:spPr>
          <a:xfrm rot="4432462">
            <a:off x="8882756" y="4500311"/>
            <a:ext cx="155723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26" name="Shape 524"/>
          <p:cNvSpPr/>
          <p:nvPr/>
        </p:nvSpPr>
        <p:spPr>
          <a:xfrm rot="4370173">
            <a:off x="8926007" y="4649907"/>
            <a:ext cx="157717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27" name="Shape 525"/>
          <p:cNvSpPr/>
          <p:nvPr/>
        </p:nvSpPr>
        <p:spPr>
          <a:xfrm rot="4313339">
            <a:off x="8972550" y="4800600"/>
            <a:ext cx="158548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28" name="Shape 526"/>
          <p:cNvSpPr/>
          <p:nvPr/>
        </p:nvSpPr>
        <p:spPr>
          <a:xfrm rot="4260601">
            <a:off x="9021836" y="4951293"/>
            <a:ext cx="158206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29" name="Shape 527"/>
          <p:cNvSpPr/>
          <p:nvPr/>
        </p:nvSpPr>
        <p:spPr>
          <a:xfrm rot="4210784">
            <a:off x="9073317" y="5100889"/>
            <a:ext cx="156683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30" name="Shape 528"/>
          <p:cNvSpPr/>
          <p:nvPr/>
        </p:nvSpPr>
        <p:spPr>
          <a:xfrm rot="4162814">
            <a:off x="9126444" y="5248290"/>
            <a:ext cx="153973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31" name="Shape 529"/>
          <p:cNvSpPr/>
          <p:nvPr/>
        </p:nvSpPr>
        <p:spPr>
          <a:xfrm rot="4115642">
            <a:off x="9180667" y="5392400"/>
            <a:ext cx="150073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32" name="Shape 530"/>
          <p:cNvSpPr/>
          <p:nvPr/>
        </p:nvSpPr>
        <p:spPr>
          <a:xfrm rot="-2676182">
            <a:off x="7589520" y="4389120"/>
            <a:ext cx="64809" cy="0"/>
          </a:xfrm>
          <a:prstGeom prst="line">
            <a:avLst/>
          </a:prstGeom>
          <a:noFill/>
          <a:ln w="31750">
            <a:solidFill>
              <a:srgbClr val="F5C542"/>
            </a:solidFill>
            <a:prstDash val="solid"/>
          </a:ln>
        </p:spPr>
      </p:sp>
      <p:sp>
        <p:nvSpPr>
          <p:cNvPr id="533" name="Shape 531"/>
          <p:cNvSpPr/>
          <p:nvPr/>
        </p:nvSpPr>
        <p:spPr>
          <a:xfrm rot="-2535677">
            <a:off x="7635663" y="4343612"/>
            <a:ext cx="65781" cy="0"/>
          </a:xfrm>
          <a:prstGeom prst="line">
            <a:avLst/>
          </a:prstGeom>
          <a:noFill/>
          <a:ln w="31750">
            <a:solidFill>
              <a:srgbClr val="F5C542"/>
            </a:solidFill>
            <a:prstDash val="solid"/>
          </a:ln>
        </p:spPr>
      </p:sp>
      <p:sp>
        <p:nvSpPr>
          <p:cNvPr id="534" name="Shape 532"/>
          <p:cNvSpPr/>
          <p:nvPr/>
        </p:nvSpPr>
        <p:spPr>
          <a:xfrm rot="-2267809">
            <a:off x="7684347" y="4299373"/>
            <a:ext cx="68039" cy="0"/>
          </a:xfrm>
          <a:prstGeom prst="line">
            <a:avLst/>
          </a:prstGeom>
          <a:noFill/>
          <a:ln w="31750">
            <a:solidFill>
              <a:srgbClr val="F5C542"/>
            </a:solidFill>
            <a:prstDash val="solid"/>
          </a:ln>
        </p:spPr>
      </p:sp>
      <p:sp>
        <p:nvSpPr>
          <p:cNvPr id="535" name="Shape 533"/>
          <p:cNvSpPr/>
          <p:nvPr/>
        </p:nvSpPr>
        <p:spPr>
          <a:xfrm rot="-1901076">
            <a:off x="7738110" y="4257675"/>
            <a:ext cx="72135" cy="0"/>
          </a:xfrm>
          <a:prstGeom prst="line">
            <a:avLst/>
          </a:prstGeom>
          <a:noFill/>
          <a:ln w="31750">
            <a:solidFill>
              <a:srgbClr val="F5C542"/>
            </a:solidFill>
            <a:prstDash val="solid"/>
          </a:ln>
        </p:spPr>
      </p:sp>
      <p:sp>
        <p:nvSpPr>
          <p:cNvPr id="536" name="Shape 534"/>
          <p:cNvSpPr/>
          <p:nvPr/>
        </p:nvSpPr>
        <p:spPr>
          <a:xfrm rot="-1478114">
            <a:off x="7799493" y="4219787"/>
            <a:ext cx="78707" cy="0"/>
          </a:xfrm>
          <a:prstGeom prst="line">
            <a:avLst/>
          </a:prstGeom>
          <a:noFill/>
          <a:ln w="31750">
            <a:solidFill>
              <a:srgbClr val="F5C542"/>
            </a:solidFill>
            <a:prstDash val="solid"/>
          </a:ln>
        </p:spPr>
      </p:sp>
      <p:sp>
        <p:nvSpPr>
          <p:cNvPr id="537" name="Shape 535"/>
          <p:cNvSpPr/>
          <p:nvPr/>
        </p:nvSpPr>
        <p:spPr>
          <a:xfrm rot="-1046157">
            <a:off x="7871037" y="4186978"/>
            <a:ext cx="88301" cy="0"/>
          </a:xfrm>
          <a:prstGeom prst="line">
            <a:avLst/>
          </a:prstGeom>
          <a:noFill/>
          <a:ln w="31750">
            <a:solidFill>
              <a:srgbClr val="F5C542"/>
            </a:solidFill>
            <a:prstDash val="solid"/>
          </a:ln>
        </p:spPr>
      </p:sp>
      <p:sp>
        <p:nvSpPr>
          <p:cNvPr id="538" name="Shape 536"/>
          <p:cNvSpPr/>
          <p:nvPr/>
        </p:nvSpPr>
        <p:spPr>
          <a:xfrm rot="1803488">
            <a:off x="9235440" y="4114800"/>
            <a:ext cx="52824" cy="0"/>
          </a:xfrm>
          <a:prstGeom prst="line">
            <a:avLst/>
          </a:prstGeom>
          <a:noFill/>
          <a:ln w="31750">
            <a:solidFill>
              <a:srgbClr val="F5C542"/>
            </a:solidFill>
            <a:prstDash val="solid"/>
          </a:ln>
        </p:spPr>
      </p:sp>
      <p:sp>
        <p:nvSpPr>
          <p:cNvPr id="539" name="Shape 537"/>
          <p:cNvSpPr/>
          <p:nvPr/>
        </p:nvSpPr>
        <p:spPr>
          <a:xfrm rot="2139776">
            <a:off x="9281160" y="4141258"/>
            <a:ext cx="56273" cy="0"/>
          </a:xfrm>
          <a:prstGeom prst="line">
            <a:avLst/>
          </a:prstGeom>
          <a:noFill/>
          <a:ln w="31750">
            <a:solidFill>
              <a:srgbClr val="F5C542"/>
            </a:solidFill>
            <a:prstDash val="solid"/>
          </a:ln>
        </p:spPr>
      </p:sp>
      <p:sp>
        <p:nvSpPr>
          <p:cNvPr id="540" name="Shape 538"/>
          <p:cNvSpPr/>
          <p:nvPr/>
        </p:nvSpPr>
        <p:spPr>
          <a:xfrm rot="2378920">
            <a:off x="9326880" y="4174067"/>
            <a:ext cx="59379" cy="0"/>
          </a:xfrm>
          <a:prstGeom prst="line">
            <a:avLst/>
          </a:prstGeom>
          <a:noFill/>
          <a:ln w="31750">
            <a:solidFill>
              <a:srgbClr val="F5C542"/>
            </a:solidFill>
            <a:prstDash val="solid"/>
          </a:ln>
        </p:spPr>
      </p:sp>
      <p:sp>
        <p:nvSpPr>
          <p:cNvPr id="541" name="Shape 539"/>
          <p:cNvSpPr/>
          <p:nvPr/>
        </p:nvSpPr>
        <p:spPr>
          <a:xfrm rot="2541958">
            <a:off x="9372600" y="4211955"/>
            <a:ext cx="61879" cy="0"/>
          </a:xfrm>
          <a:prstGeom prst="line">
            <a:avLst/>
          </a:prstGeom>
          <a:noFill/>
          <a:ln w="31750">
            <a:solidFill>
              <a:srgbClr val="F5C542"/>
            </a:solidFill>
            <a:prstDash val="solid"/>
          </a:ln>
        </p:spPr>
      </p:sp>
      <p:sp>
        <p:nvSpPr>
          <p:cNvPr id="542" name="Shape 540"/>
          <p:cNvSpPr/>
          <p:nvPr/>
        </p:nvSpPr>
        <p:spPr>
          <a:xfrm rot="2643383">
            <a:off x="9418320" y="4253653"/>
            <a:ext cx="63619" cy="0"/>
          </a:xfrm>
          <a:prstGeom prst="line">
            <a:avLst/>
          </a:prstGeom>
          <a:noFill/>
          <a:ln w="31750">
            <a:solidFill>
              <a:srgbClr val="F5C542"/>
            </a:solidFill>
            <a:prstDash val="solid"/>
          </a:ln>
        </p:spPr>
      </p:sp>
      <p:sp>
        <p:nvSpPr>
          <p:cNvPr id="543" name="Shape 541"/>
          <p:cNvSpPr/>
          <p:nvPr/>
        </p:nvSpPr>
        <p:spPr>
          <a:xfrm rot="2692024">
            <a:off x="9464040" y="4297892"/>
            <a:ext cx="64508" cy="0"/>
          </a:xfrm>
          <a:prstGeom prst="line">
            <a:avLst/>
          </a:prstGeom>
          <a:noFill/>
          <a:ln w="31750">
            <a:solidFill>
              <a:srgbClr val="F5C542"/>
            </a:solidFill>
            <a:prstDash val="solid"/>
          </a:ln>
        </p:spPr>
      </p:sp>
      <p:sp>
        <p:nvSpPr>
          <p:cNvPr id="544" name="Shape 542"/>
          <p:cNvSpPr/>
          <p:nvPr/>
        </p:nvSpPr>
        <p:spPr>
          <a:xfrm>
            <a:off x="7525512" y="4096512"/>
            <a:ext cx="310896" cy="310896"/>
          </a:xfrm>
          <a:prstGeom prst="ellipse">
            <a:avLst/>
          </a:prstGeom>
          <a:solidFill>
            <a:srgbClr val="002200"/>
          </a:solidFill>
          <a:ln w="38100">
            <a:solidFill>
              <a:srgbClr val="44FF88"/>
            </a:solidFill>
            <a:prstDash val="solid"/>
          </a:ln>
        </p:spPr>
      </p:sp>
      <p:sp>
        <p:nvSpPr>
          <p:cNvPr id="545" name="Text 543"/>
          <p:cNvSpPr/>
          <p:nvPr/>
        </p:nvSpPr>
        <p:spPr>
          <a:xfrm>
            <a:off x="7598664" y="4142232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4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46" name="Shape 544"/>
          <p:cNvSpPr/>
          <p:nvPr/>
        </p:nvSpPr>
        <p:spPr>
          <a:xfrm>
            <a:off x="9354312" y="4005072"/>
            <a:ext cx="310896" cy="310896"/>
          </a:xfrm>
          <a:prstGeom prst="ellipse">
            <a:avLst/>
          </a:prstGeom>
          <a:solidFill>
            <a:srgbClr val="002200"/>
          </a:solidFill>
          <a:ln w="38100">
            <a:solidFill>
              <a:srgbClr val="44FF88"/>
            </a:solidFill>
            <a:prstDash val="solid"/>
          </a:ln>
        </p:spPr>
      </p:sp>
      <p:sp>
        <p:nvSpPr>
          <p:cNvPr id="547" name="Text 545"/>
          <p:cNvSpPr/>
          <p:nvPr/>
        </p:nvSpPr>
        <p:spPr>
          <a:xfrm>
            <a:off x="9427464" y="4050792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4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48" name="Text 546"/>
          <p:cNvSpPr/>
          <p:nvPr/>
        </p:nvSpPr>
        <p:spPr>
          <a:xfrm>
            <a:off x="6172200" y="3703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4FF88"/>
                </a:solidFill>
              </a:rPr>
              <a:t>No false junctions
</a:t>
            </a:r>
            <a:pPr indent="0" marL="0">
              <a:buNone/>
            </a:pPr>
            <a:r>
              <a:rPr lang="en-US" sz="750" dirty="0">
                <a:solidFill>
                  <a:srgbClr val="66CC88"/>
                </a:solidFill>
              </a:rPr>
              <a:t>Different layers pass through</a:t>
            </a:r>
            <a:endParaRPr lang="en-US" sz="900" dirty="0"/>
          </a:p>
          <a:p>
            <a:pPr indent="0" marL="0">
              <a:buNone/>
            </a:pPr>
            <a:r>
              <a:rPr lang="en-US" sz="750" dirty="0">
                <a:solidFill>
                  <a:srgbClr val="66CC88"/>
                </a:solidFill>
              </a:rPr>
              <a:t>independently</a:t>
            </a:r>
            <a:endParaRPr lang="en-US" sz="900" dirty="0"/>
          </a:p>
        </p:txBody>
      </p:sp>
      <p:sp>
        <p:nvSpPr>
          <p:cNvPr id="549" name="Shape 547"/>
          <p:cNvSpPr/>
          <p:nvPr/>
        </p:nvSpPr>
        <p:spPr>
          <a:xfrm rot="1593903">
            <a:off x="7269480" y="4023360"/>
            <a:ext cx="306699" cy="0"/>
          </a:xfrm>
          <a:prstGeom prst="line">
            <a:avLst/>
          </a:prstGeom>
          <a:noFill/>
          <a:ln w="19050">
            <a:solidFill>
              <a:srgbClr val="44FF88"/>
            </a:solidFill>
            <a:prstDash val="solid"/>
          </a:ln>
        </p:spPr>
      </p:sp>
      <p:sp>
        <p:nvSpPr>
          <p:cNvPr id="550" name="Shape 548"/>
          <p:cNvSpPr/>
          <p:nvPr/>
        </p:nvSpPr>
        <p:spPr>
          <a:xfrm>
            <a:off x="7726680" y="3886200"/>
            <a:ext cx="1737360" cy="457200"/>
          </a:xfrm>
          <a:prstGeom prst="roundRect">
            <a:avLst/>
          </a:prstGeom>
          <a:solidFill>
            <a:srgbClr val="000000">
              <a:alpha val="12000"/>
            </a:srgbClr>
          </a:solidFill>
          <a:ln w="12700">
            <a:solidFill>
              <a:srgbClr val="44FF88"/>
            </a:solidFill>
            <a:prstDash val="dash"/>
          </a:ln>
        </p:spPr>
      </p:sp>
      <p:sp>
        <p:nvSpPr>
          <p:cNvPr id="551" name="Text 549"/>
          <p:cNvSpPr/>
          <p:nvPr/>
        </p:nvSpPr>
        <p:spPr>
          <a:xfrm>
            <a:off x="7726680" y="43616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i="1" dirty="0">
                <a:solidFill>
                  <a:srgbClr val="44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separate skeletons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i="1" dirty="0">
                <a:solidFill>
                  <a:srgbClr val="44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length recovered</a:t>
            </a:r>
            <a:endParaRPr lang="en-US" sz="750" dirty="0"/>
          </a:p>
        </p:txBody>
      </p:sp>
      <p:sp>
        <p:nvSpPr>
          <p:cNvPr id="552" name="Shape 550"/>
          <p:cNvSpPr/>
          <p:nvPr/>
        </p:nvSpPr>
        <p:spPr>
          <a:xfrm>
            <a:off x="7424928" y="4087368"/>
            <a:ext cx="146304" cy="146304"/>
          </a:xfrm>
          <a:prstGeom prst="ellipse">
            <a:avLst/>
          </a:prstGeom>
          <a:solidFill>
            <a:srgbClr val="2E6685"/>
          </a:solidFill>
          <a:ln w="25400">
            <a:solidFill>
              <a:srgbClr val="4DA8DA"/>
            </a:solidFill>
            <a:prstDash val="solid"/>
          </a:ln>
        </p:spPr>
      </p:sp>
      <p:sp>
        <p:nvSpPr>
          <p:cNvPr id="553" name="Shape 551"/>
          <p:cNvSpPr/>
          <p:nvPr/>
        </p:nvSpPr>
        <p:spPr>
          <a:xfrm>
            <a:off x="8979408" y="4041648"/>
            <a:ext cx="146304" cy="146304"/>
          </a:xfrm>
          <a:prstGeom prst="ellipse">
            <a:avLst/>
          </a:prstGeom>
          <a:solidFill>
            <a:srgbClr val="2E6685"/>
          </a:solidFill>
          <a:ln w="25400">
            <a:solidFill>
              <a:srgbClr val="4DA8DA"/>
            </a:solidFill>
            <a:prstDash val="solid"/>
          </a:ln>
        </p:spPr>
      </p:sp>
      <p:sp>
        <p:nvSpPr>
          <p:cNvPr id="554" name="Shape 552"/>
          <p:cNvSpPr/>
          <p:nvPr/>
        </p:nvSpPr>
        <p:spPr>
          <a:xfrm>
            <a:off x="6510528" y="4590288"/>
            <a:ext cx="146304" cy="146304"/>
          </a:xfrm>
          <a:prstGeom prst="ellipse">
            <a:avLst/>
          </a:prstGeom>
          <a:solidFill>
            <a:srgbClr val="2E6685"/>
          </a:solidFill>
          <a:ln w="25400">
            <a:solidFill>
              <a:srgbClr val="4DA8DA"/>
            </a:solidFill>
            <a:prstDash val="solid"/>
          </a:ln>
        </p:spPr>
      </p:sp>
      <p:sp>
        <p:nvSpPr>
          <p:cNvPr id="555" name="Shape 553"/>
          <p:cNvSpPr/>
          <p:nvPr/>
        </p:nvSpPr>
        <p:spPr>
          <a:xfrm>
            <a:off x="6967728" y="4910328"/>
            <a:ext cx="146304" cy="146304"/>
          </a:xfrm>
          <a:prstGeom prst="ellipse">
            <a:avLst/>
          </a:prstGeom>
          <a:solidFill>
            <a:srgbClr val="8B2A3A"/>
          </a:solidFill>
          <a:ln w="25400">
            <a:solidFill>
              <a:srgbClr val="E94560"/>
            </a:solidFill>
            <a:prstDash val="solid"/>
          </a:ln>
        </p:spPr>
      </p:sp>
      <p:sp>
        <p:nvSpPr>
          <p:cNvPr id="556" name="Shape 554"/>
          <p:cNvSpPr/>
          <p:nvPr/>
        </p:nvSpPr>
        <p:spPr>
          <a:xfrm>
            <a:off x="8705088" y="3995928"/>
            <a:ext cx="146304" cy="146304"/>
          </a:xfrm>
          <a:prstGeom prst="ellipse">
            <a:avLst/>
          </a:prstGeom>
          <a:solidFill>
            <a:srgbClr val="8B2A3A"/>
          </a:solidFill>
          <a:ln w="25400">
            <a:solidFill>
              <a:srgbClr val="E94560"/>
            </a:solidFill>
            <a:prstDash val="solid"/>
          </a:ln>
        </p:spPr>
      </p:sp>
      <p:sp>
        <p:nvSpPr>
          <p:cNvPr id="557" name="Shape 555"/>
          <p:cNvSpPr/>
          <p:nvPr/>
        </p:nvSpPr>
        <p:spPr>
          <a:xfrm>
            <a:off x="6035040" y="4937760"/>
            <a:ext cx="91440" cy="91440"/>
          </a:xfrm>
          <a:prstGeom prst="ellipse">
            <a:avLst/>
          </a:prstGeom>
          <a:solidFill>
            <a:srgbClr val="222222"/>
          </a:solidFill>
          <a:ln w="19050">
            <a:solidFill>
              <a:srgbClr val="4DA8DA"/>
            </a:solidFill>
            <a:prstDash val="solid"/>
          </a:ln>
        </p:spPr>
      </p:sp>
      <p:sp>
        <p:nvSpPr>
          <p:cNvPr id="558" name="Shape 556"/>
          <p:cNvSpPr/>
          <p:nvPr/>
        </p:nvSpPr>
        <p:spPr>
          <a:xfrm>
            <a:off x="10287000" y="4754880"/>
            <a:ext cx="91440" cy="91440"/>
          </a:xfrm>
          <a:prstGeom prst="ellipse">
            <a:avLst/>
          </a:prstGeom>
          <a:solidFill>
            <a:srgbClr val="222222"/>
          </a:solidFill>
          <a:ln w="19050">
            <a:solidFill>
              <a:srgbClr val="4DA8DA"/>
            </a:solidFill>
            <a:prstDash val="solid"/>
          </a:ln>
        </p:spPr>
      </p:sp>
      <p:sp>
        <p:nvSpPr>
          <p:cNvPr id="559" name="Shape 557"/>
          <p:cNvSpPr/>
          <p:nvPr/>
        </p:nvSpPr>
        <p:spPr>
          <a:xfrm>
            <a:off x="7543800" y="5257800"/>
            <a:ext cx="91440" cy="91440"/>
          </a:xfrm>
          <a:prstGeom prst="ellipse">
            <a:avLst/>
          </a:prstGeom>
          <a:solidFill>
            <a:srgbClr val="222222"/>
          </a:solidFill>
          <a:ln w="19050">
            <a:solidFill>
              <a:srgbClr val="4DA8DA"/>
            </a:solidFill>
            <a:prstDash val="solid"/>
          </a:ln>
        </p:spPr>
      </p:sp>
      <p:sp>
        <p:nvSpPr>
          <p:cNvPr id="560" name="Shape 558"/>
          <p:cNvSpPr/>
          <p:nvPr/>
        </p:nvSpPr>
        <p:spPr>
          <a:xfrm>
            <a:off x="9555480" y="3657600"/>
            <a:ext cx="91440" cy="91440"/>
          </a:xfrm>
          <a:prstGeom prst="ellipse">
            <a:avLst/>
          </a:prstGeom>
          <a:solidFill>
            <a:srgbClr val="222222"/>
          </a:solidFill>
          <a:ln w="19050">
            <a:solidFill>
              <a:srgbClr val="4DA8DA"/>
            </a:solidFill>
            <a:prstDash val="solid"/>
          </a:ln>
        </p:spPr>
      </p:sp>
      <p:sp>
        <p:nvSpPr>
          <p:cNvPr id="561" name="Shape 559"/>
          <p:cNvSpPr/>
          <p:nvPr/>
        </p:nvSpPr>
        <p:spPr>
          <a:xfrm>
            <a:off x="6080760" y="5532120"/>
            <a:ext cx="91440" cy="91440"/>
          </a:xfrm>
          <a:prstGeom prst="ellipse">
            <a:avLst/>
          </a:prstGeom>
          <a:solidFill>
            <a:srgbClr val="222222"/>
          </a:solidFill>
          <a:ln w="19050">
            <a:solidFill>
              <a:srgbClr val="4DA8DA"/>
            </a:solidFill>
            <a:prstDash val="solid"/>
          </a:ln>
        </p:spPr>
      </p:sp>
      <p:sp>
        <p:nvSpPr>
          <p:cNvPr id="562" name="Shape 560"/>
          <p:cNvSpPr/>
          <p:nvPr/>
        </p:nvSpPr>
        <p:spPr>
          <a:xfrm>
            <a:off x="5943600" y="5989320"/>
            <a:ext cx="91440" cy="91440"/>
          </a:xfrm>
          <a:prstGeom prst="ellipse">
            <a:avLst/>
          </a:prstGeom>
          <a:solidFill>
            <a:srgbClr val="222222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563" name="Shape 561"/>
          <p:cNvSpPr/>
          <p:nvPr/>
        </p:nvSpPr>
        <p:spPr>
          <a:xfrm>
            <a:off x="10195560" y="5029200"/>
            <a:ext cx="91440" cy="91440"/>
          </a:xfrm>
          <a:prstGeom prst="ellipse">
            <a:avLst/>
          </a:prstGeom>
          <a:solidFill>
            <a:srgbClr val="222222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564" name="Shape 562"/>
          <p:cNvSpPr/>
          <p:nvPr/>
        </p:nvSpPr>
        <p:spPr>
          <a:xfrm>
            <a:off x="8275320" y="5806440"/>
            <a:ext cx="91440" cy="91440"/>
          </a:xfrm>
          <a:prstGeom prst="ellipse">
            <a:avLst/>
          </a:prstGeom>
          <a:solidFill>
            <a:srgbClr val="222222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565" name="Shape 563"/>
          <p:cNvSpPr/>
          <p:nvPr/>
        </p:nvSpPr>
        <p:spPr>
          <a:xfrm>
            <a:off x="9189720" y="5486400"/>
            <a:ext cx="91440" cy="91440"/>
          </a:xfrm>
          <a:prstGeom prst="ellipse">
            <a:avLst/>
          </a:prstGeom>
          <a:solidFill>
            <a:srgbClr val="222222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566" name="Shape 564"/>
          <p:cNvSpPr/>
          <p:nvPr/>
        </p:nvSpPr>
        <p:spPr>
          <a:xfrm>
            <a:off x="5166360" y="1874520"/>
            <a:ext cx="548640" cy="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567" name="Shape 565"/>
          <p:cNvSpPr/>
          <p:nvPr/>
        </p:nvSpPr>
        <p:spPr>
          <a:xfrm>
            <a:off x="5166360" y="4983480"/>
            <a:ext cx="548640" cy="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568" name="Shape 566"/>
          <p:cNvSpPr/>
          <p:nvPr/>
        </p:nvSpPr>
        <p:spPr>
          <a:xfrm>
            <a:off x="10789920" y="640080"/>
            <a:ext cx="1234440" cy="2468880"/>
          </a:xfrm>
          <a:prstGeom prst="roundRect">
            <a:avLst>
              <a:gd name="adj" fmla="val 5926"/>
            </a:avLst>
          </a:prstGeom>
          <a:solidFill>
            <a:srgbClr val="0D0404"/>
          </a:solidFill>
          <a:ln w="12700">
            <a:solidFill>
              <a:srgbClr val="2A1010"/>
            </a:solidFill>
            <a:prstDash val="solid"/>
          </a:ln>
        </p:spPr>
      </p:sp>
      <p:sp>
        <p:nvSpPr>
          <p:cNvPr id="569" name="Text 567"/>
          <p:cNvSpPr/>
          <p:nvPr/>
        </p:nvSpPr>
        <p:spPr>
          <a:xfrm>
            <a:off x="10789920" y="68580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950" dirty="0"/>
          </a:p>
        </p:txBody>
      </p:sp>
      <p:sp>
        <p:nvSpPr>
          <p:cNvPr id="570" name="Text 568"/>
          <p:cNvSpPr/>
          <p:nvPr/>
        </p:nvSpPr>
        <p:spPr>
          <a:xfrm>
            <a:off x="10863072" y="960120"/>
            <a:ext cx="108813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FFFF"/>
                </a:solidFill>
              </a:rPr>
              <a:t>Junctions
</a:t>
            </a:r>
            <a:pPr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AA7777"/>
                </a:solidFill>
              </a:rPr>
              <a:t>Over-counted
(false positives)
</a:t>
            </a:r>
            <a:pPr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FFFF"/>
                </a:solidFill>
              </a:rPr>
              <a:t>Length
</a:t>
            </a:r>
            <a:pPr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AA7777"/>
                </a:solidFill>
              </a:rPr>
              <a:t>Under-estimated
(merged vessels)
</a:t>
            </a:r>
            <a:pPr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FFFF"/>
                </a:solidFill>
              </a:rPr>
              <a:t>Depth
</a:t>
            </a:r>
            <a:pPr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AA7777"/>
                </a:solidFill>
              </a:rPr>
              <a:t>Lost</a:t>
            </a:r>
            <a:endParaRPr lang="en-US" sz="850" dirty="0"/>
          </a:p>
        </p:txBody>
      </p:sp>
      <p:sp>
        <p:nvSpPr>
          <p:cNvPr id="571" name="Shape 569"/>
          <p:cNvSpPr/>
          <p:nvPr/>
        </p:nvSpPr>
        <p:spPr>
          <a:xfrm>
            <a:off x="10789920" y="3749040"/>
            <a:ext cx="1234440" cy="2468880"/>
          </a:xfrm>
          <a:prstGeom prst="roundRect">
            <a:avLst>
              <a:gd name="adj" fmla="val 5926"/>
            </a:avLst>
          </a:prstGeom>
          <a:solidFill>
            <a:srgbClr val="040D04"/>
          </a:solidFill>
          <a:ln w="12700">
            <a:solidFill>
              <a:srgbClr val="102A10"/>
            </a:solidFill>
            <a:prstDash val="solid"/>
          </a:ln>
        </p:spPr>
      </p:sp>
      <p:sp>
        <p:nvSpPr>
          <p:cNvPr id="572" name="Text 570"/>
          <p:cNvSpPr/>
          <p:nvPr/>
        </p:nvSpPr>
        <p:spPr>
          <a:xfrm>
            <a:off x="10789920" y="379476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4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950" dirty="0"/>
          </a:p>
        </p:txBody>
      </p:sp>
      <p:sp>
        <p:nvSpPr>
          <p:cNvPr id="573" name="Text 571"/>
          <p:cNvSpPr/>
          <p:nvPr/>
        </p:nvSpPr>
        <p:spPr>
          <a:xfrm>
            <a:off x="10863072" y="4069080"/>
            <a:ext cx="108813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FFFF"/>
                </a:solidFill>
              </a:rPr>
              <a:t>Junctions
</a:t>
            </a:r>
            <a:pPr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77AA77"/>
                </a:solidFill>
              </a:rPr>
              <a:t>Accurate
(per-layer)
</a:t>
            </a:r>
            <a:pPr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FFFF"/>
                </a:solidFill>
              </a:rPr>
              <a:t>Length
</a:t>
            </a:r>
            <a:pPr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77AA77"/>
                </a:solidFill>
              </a:rPr>
              <a:t>Recovered
(separated)
</a:t>
            </a:r>
            <a:pPr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FFFF"/>
                </a:solidFill>
              </a:rPr>
              <a:t>Depth
</a:t>
            </a:r>
            <a:pPr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77AA77"/>
                </a:solidFill>
              </a:rPr>
              <a:t>Preserved</a:t>
            </a:r>
            <a:endParaRPr lang="en-US" sz="850" dirty="0"/>
          </a:p>
        </p:txBody>
      </p:sp>
      <p:sp>
        <p:nvSpPr>
          <p:cNvPr id="574" name="Shape 572"/>
          <p:cNvSpPr/>
          <p:nvPr/>
        </p:nvSpPr>
        <p:spPr>
          <a:xfrm>
            <a:off x="274320" y="3246120"/>
            <a:ext cx="11612880" cy="0"/>
          </a:xfrm>
          <a:prstGeom prst="line">
            <a:avLst/>
          </a:prstGeom>
          <a:noFill/>
          <a:ln w="8890">
            <a:solidFill>
              <a:srgbClr val="333333"/>
            </a:solidFill>
            <a:prstDash val="lgDash"/>
          </a:ln>
        </p:spPr>
      </p:sp>
      <p:sp>
        <p:nvSpPr>
          <p:cNvPr id="575" name="Shape 573"/>
          <p:cNvSpPr/>
          <p:nvPr/>
        </p:nvSpPr>
        <p:spPr>
          <a:xfrm>
            <a:off x="6519672" y="6473952"/>
            <a:ext cx="128016" cy="128016"/>
          </a:xfrm>
          <a:prstGeom prst="ellipse">
            <a:avLst/>
          </a:prstGeom>
          <a:solidFill>
            <a:srgbClr val="333333"/>
          </a:solidFill>
          <a:ln w="19050">
            <a:solidFill>
              <a:srgbClr val="BBBBBB"/>
            </a:solidFill>
            <a:prstDash val="solid"/>
          </a:ln>
        </p:spPr>
      </p:sp>
      <p:sp>
        <p:nvSpPr>
          <p:cNvPr id="576" name="Text 574"/>
          <p:cNvSpPr/>
          <p:nvPr/>
        </p:nvSpPr>
        <p:spPr>
          <a:xfrm>
            <a:off x="6693408" y="6464808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Junction</a:t>
            </a:r>
            <a:endParaRPr lang="en-US" sz="750" dirty="0"/>
          </a:p>
        </p:txBody>
      </p:sp>
      <p:sp>
        <p:nvSpPr>
          <p:cNvPr id="577" name="Shape 575"/>
          <p:cNvSpPr/>
          <p:nvPr/>
        </p:nvSpPr>
        <p:spPr>
          <a:xfrm>
            <a:off x="7315200" y="6492240"/>
            <a:ext cx="91440" cy="91440"/>
          </a:xfrm>
          <a:prstGeom prst="ellipse">
            <a:avLst/>
          </a:prstGeom>
          <a:solidFill>
            <a:srgbClr val="2222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78" name="Text 576"/>
          <p:cNvSpPr/>
          <p:nvPr/>
        </p:nvSpPr>
        <p:spPr>
          <a:xfrm>
            <a:off x="7452360" y="6464808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750" dirty="0"/>
          </a:p>
        </p:txBody>
      </p:sp>
      <p:sp>
        <p:nvSpPr>
          <p:cNvPr id="579" name="Shape 577"/>
          <p:cNvSpPr/>
          <p:nvPr/>
        </p:nvSpPr>
        <p:spPr>
          <a:xfrm>
            <a:off x="8138160" y="6537960"/>
            <a:ext cx="274320" cy="0"/>
          </a:xfrm>
          <a:prstGeom prst="line">
            <a:avLst/>
          </a:prstGeom>
          <a:noFill/>
          <a:ln w="38100">
            <a:solidFill>
              <a:srgbClr val="BBBBBB"/>
            </a:solidFill>
            <a:prstDash val="solid"/>
          </a:ln>
        </p:spPr>
      </p:sp>
      <p:sp>
        <p:nvSpPr>
          <p:cNvPr id="580" name="Text 578"/>
          <p:cNvSpPr/>
          <p:nvPr/>
        </p:nvSpPr>
        <p:spPr>
          <a:xfrm>
            <a:off x="8458200" y="6464808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</a:t>
            </a:r>
            <a:endParaRPr lang="en-US" sz="750" dirty="0"/>
          </a:p>
        </p:txBody>
      </p:sp>
      <p:sp>
        <p:nvSpPr>
          <p:cNvPr id="581" name="Shape 579"/>
          <p:cNvSpPr/>
          <p:nvPr/>
        </p:nvSpPr>
        <p:spPr>
          <a:xfrm>
            <a:off x="9052560" y="6446520"/>
            <a:ext cx="182880" cy="182880"/>
          </a:xfrm>
          <a:prstGeom prst="ellipse">
            <a:avLst/>
          </a:prstGeom>
          <a:solidFill>
            <a:srgbClr val="330000"/>
          </a:solidFill>
          <a:ln w="25400">
            <a:solidFill>
              <a:srgbClr val="FF4444"/>
            </a:solidFill>
            <a:prstDash val="solid"/>
          </a:ln>
        </p:spPr>
      </p:sp>
      <p:sp>
        <p:nvSpPr>
          <p:cNvPr id="582" name="Text 580"/>
          <p:cNvSpPr/>
          <p:nvPr/>
        </p:nvSpPr>
        <p:spPr>
          <a:xfrm>
            <a:off x="9070848" y="646480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583" name="Text 581"/>
          <p:cNvSpPr/>
          <p:nvPr/>
        </p:nvSpPr>
        <p:spPr>
          <a:xfrm>
            <a:off x="9281160" y="646480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junction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2026-03-22T14:14:29Z</dcterms:created>
  <dcterms:modified xsi:type="dcterms:W3CDTF">2026-03-22T14:14:29Z</dcterms:modified>
</cp:coreProperties>
</file>