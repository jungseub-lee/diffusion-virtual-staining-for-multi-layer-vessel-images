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" y="4846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" y="3593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Single-color Fluorescence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Multi-color Depth-encoded Fluorescence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0" y="137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Depth-separated Skeletonization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50292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61188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361188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1343517">
            <a:off x="548640" y="1417320"/>
            <a:ext cx="13859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1171181">
            <a:off x="676782" y="1364525"/>
            <a:ext cx="14548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1017370">
            <a:off x="813907" y="1315913"/>
            <a:ext cx="15210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878578">
            <a:off x="959400" y="1271553"/>
            <a:ext cx="15838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751962">
            <a:off x="1112642" y="1231514"/>
            <a:ext cx="16428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635203">
            <a:off x="1273016" y="1195864"/>
            <a:ext cx="16977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526393">
            <a:off x="1439906" y="1164671"/>
            <a:ext cx="17483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423943">
            <a:off x="1612693" y="1138005"/>
            <a:ext cx="179431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326511">
            <a:off x="1790761" y="1115934"/>
            <a:ext cx="18355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232949">
            <a:off x="1973492" y="1098526"/>
            <a:ext cx="18720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142254">
            <a:off x="2160270" y="1085850"/>
            <a:ext cx="19037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53536">
            <a:off x="2350477" y="1077975"/>
            <a:ext cx="19304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34016">
            <a:off x="2543495" y="1074969"/>
            <a:ext cx="19522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21151">
            <a:off x="2738708" y="1076900"/>
            <a:ext cx="19691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08580">
            <a:off x="2935498" y="1083838"/>
            <a:ext cx="19811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96995">
            <a:off x="3133249" y="1095851"/>
            <a:ext cx="19883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387081">
            <a:off x="3331342" y="1113008"/>
            <a:ext cx="19908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479535">
            <a:off x="3529161" y="1135376"/>
            <a:ext cx="19885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75073">
            <a:off x="3726089" y="1163025"/>
            <a:ext cx="19818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674451">
            <a:off x="3921507" y="1196024"/>
            <a:ext cx="19707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232050">
            <a:off x="4114800" y="1234440"/>
            <a:ext cx="109468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474464">
            <a:off x="4217313" y="1272838"/>
            <a:ext cx="11036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714388">
            <a:off x="4317683" y="1318736"/>
            <a:ext cx="10940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965498">
            <a:off x="4413766" y="1371064"/>
            <a:ext cx="10660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243478">
            <a:off x="4503420" y="1428750"/>
            <a:ext cx="10205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568714">
            <a:off x="4584502" y="1490722"/>
            <a:ext cx="9592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969939">
            <a:off x="4654868" y="1555909"/>
            <a:ext cx="8854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3488566">
            <a:off x="4712375" y="1623239"/>
            <a:ext cx="8053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4410861">
            <a:off x="2286000" y="1005840"/>
            <a:ext cx="8633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4386776">
            <a:off x="2310500" y="1088628"/>
            <a:ext cx="9199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4414346">
            <a:off x="2337223" y="1176655"/>
            <a:ext cx="96738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4486992">
            <a:off x="2364581" y="1269444"/>
            <a:ext cx="10060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4601449">
            <a:off x="2390987" y="1366520"/>
            <a:ext cx="10367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4756552">
            <a:off x="2414852" y="1467406"/>
            <a:ext cx="10607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4952336">
            <a:off x="2434590" y="1571625"/>
            <a:ext cx="107991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5189197">
            <a:off x="2448613" y="1678702"/>
            <a:ext cx="10966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5466966">
            <a:off x="2455333" y="1788160"/>
            <a:ext cx="11138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5783863">
            <a:off x="2453164" y="1899523"/>
            <a:ext cx="11349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6135455">
            <a:off x="2440517" y="2012315"/>
            <a:ext cx="116398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6513975">
            <a:off x="2415805" y="2126059"/>
            <a:ext cx="120491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3885392">
            <a:off x="3291840" y="1051560"/>
            <a:ext cx="9003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-3467586">
            <a:off x="3330238" y="970121"/>
            <a:ext cx="8611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-3051494">
            <a:off x="3376136" y="897255"/>
            <a:ext cx="8289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-2640454">
            <a:off x="3428464" y="832961"/>
            <a:ext cx="8020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-2235848">
            <a:off x="3486150" y="777240"/>
            <a:ext cx="7786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-1836974">
            <a:off x="3548122" y="730091"/>
            <a:ext cx="7574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-1441132">
            <a:off x="3613309" y="691515"/>
            <a:ext cx="7371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1043796">
            <a:off x="3680639" y="661511"/>
            <a:ext cx="7168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7236115">
            <a:off x="1371600" y="1188720"/>
            <a:ext cx="11298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7332122">
            <a:off x="1314084" y="1285966"/>
            <a:ext cx="11719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7421404">
            <a:off x="1251631" y="1385133"/>
            <a:ext cx="12050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7506541">
            <a:off x="1184788" y="1485397"/>
            <a:ext cx="12289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7589700">
            <a:off x="1114105" y="1585935"/>
            <a:ext cx="12437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7672830">
            <a:off x="1040130" y="1685925"/>
            <a:ext cx="12494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7757808">
            <a:off x="963412" y="1784543"/>
            <a:ext cx="124598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7846582">
            <a:off x="884499" y="1880967"/>
            <a:ext cx="12334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7941306">
            <a:off x="803940" y="1974372"/>
            <a:ext cx="121201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8044512">
            <a:off x="722285" y="2063938"/>
            <a:ext cx="118178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-2061554">
            <a:off x="457200" y="2880360"/>
            <a:ext cx="16839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-2125852">
            <a:off x="596212" y="2785322"/>
            <a:ext cx="17489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-2169648">
            <a:off x="738717" y="2683933"/>
            <a:ext cx="18043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2195477">
            <a:off x="884396" y="2577465"/>
            <a:ext cx="18499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-2205054">
            <a:off x="1032933" y="2467187"/>
            <a:ext cx="18855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-2199438">
            <a:off x="1184010" y="2354368"/>
            <a:ext cx="19109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2179140">
            <a:off x="1337310" y="2240280"/>
            <a:ext cx="19262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-2144194">
            <a:off x="1492515" y="2126192"/>
            <a:ext cx="19316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-2094186">
            <a:off x="1649307" y="2013373"/>
            <a:ext cx="19273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-2028259">
            <a:off x="1807369" y="1903095"/>
            <a:ext cx="19136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-1945099">
            <a:off x="1966383" y="1796627"/>
            <a:ext cx="18912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-1842903">
            <a:off x="2126033" y="1695238"/>
            <a:ext cx="18606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1524732">
            <a:off x="2286000" y="1600200"/>
            <a:ext cx="18495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-1384138">
            <a:off x="2453061" y="1520830"/>
            <a:ext cx="18575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-1236745">
            <a:off x="2623962" y="1448044"/>
            <a:ext cx="18493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-1078325">
            <a:off x="2797058" y="1382939"/>
            <a:ext cx="18255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-904044">
            <a:off x="2970703" y="1326612"/>
            <a:ext cx="17869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-708093">
            <a:off x="3143250" y="1280160"/>
            <a:ext cx="17347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-483282">
            <a:off x="3313054" y="1244681"/>
            <a:ext cx="16706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-220596">
            <a:off x="3478469" y="1221273"/>
            <a:ext cx="15970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91155">
            <a:off x="3637849" y="1211031"/>
            <a:ext cx="15175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465220">
            <a:off x="3789548" y="1215055"/>
            <a:ext cx="14368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1359314">
            <a:off x="3931920" y="1234440"/>
            <a:ext cx="11127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1833736">
            <a:off x="4034611" y="1277303"/>
            <a:ext cx="11801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2267794">
            <a:off x="4136231" y="1337310"/>
            <a:ext cx="12588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2664561">
            <a:off x="4235708" y="1414463"/>
            <a:ext cx="13475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3027987">
            <a:off x="4331970" y="1508760"/>
            <a:ext cx="14449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3362121">
            <a:off x="4423946" y="1620203"/>
            <a:ext cx="15504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3670706">
            <a:off x="4510564" y="1748790"/>
            <a:ext cx="16633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3957008">
            <a:off x="4590752" y="1894523"/>
            <a:ext cx="17836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2643469">
            <a:off x="1645920" y="1965960"/>
            <a:ext cx="12189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2536261">
            <a:off x="1733520" y="2050725"/>
            <a:ext cx="13172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2430955">
            <a:off x="1830995" y="2139330"/>
            <a:ext cx="13976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2323286">
            <a:off x="1937248" y="2230130"/>
            <a:ext cx="14603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2209689">
            <a:off x="2051182" y="2321479"/>
            <a:ext cx="15056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2086763">
            <a:off x="2171700" y="2411730"/>
            <a:ext cx="15341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1950922">
            <a:off x="2297704" y="2499238"/>
            <a:ext cx="15463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1798084">
            <a:off x="2428098" y="2582357"/>
            <a:ext cx="15431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1623387">
            <a:off x="2561783" y="2659441"/>
            <a:ext cx="15257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1420891">
            <a:off x="2697663" y="2728844"/>
            <a:ext cx="14957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4586061">
            <a:off x="3017520" y="1188720"/>
            <a:ext cx="12825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4472204">
            <a:off x="3047604" y="1313398"/>
            <a:ext cx="13135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4370896">
            <a:off x="3082625" y="1439997"/>
            <a:ext cx="13363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4279553">
            <a:off x="3122036" y="1567693"/>
            <a:ext cx="13508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4196064">
            <a:off x="3165287" y="1695663"/>
            <a:ext cx="13565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4118656">
            <a:off x="3211830" y="1823085"/>
            <a:ext cx="13534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4045783">
            <a:off x="3261116" y="1949135"/>
            <a:ext cx="13412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3976033">
            <a:off x="3312597" y="2072991"/>
            <a:ext cx="13200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3908043">
            <a:off x="3365724" y="2193828"/>
            <a:ext cx="12895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3840406">
            <a:off x="3419947" y="2310826"/>
            <a:ext cx="12497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-3214389">
            <a:off x="3931920" y="1234440"/>
            <a:ext cx="12241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-2886278">
            <a:off x="4004608" y="1135946"/>
            <a:ext cx="12008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-2557995">
            <a:off x="4084796" y="1046559"/>
            <a:ext cx="11773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-2226036">
            <a:off x="4171414" y="966817"/>
            <a:ext cx="11531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-1886290">
            <a:off x="4263390" y="897255"/>
            <a:ext cx="11282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-1534144">
            <a:off x="4359652" y="838408"/>
            <a:ext cx="11027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-1164664">
            <a:off x="4459129" y="790813"/>
            <a:ext cx="10774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-772906">
            <a:off x="4560749" y="755005"/>
            <a:ext cx="10534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697480" y="841248"/>
            <a:ext cx="640080" cy="6400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129" name="Text 127"/>
          <p:cNvSpPr/>
          <p:nvPr/>
        </p:nvSpPr>
        <p:spPr>
          <a:xfrm>
            <a:off x="2651760" y="15087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548640" y="2651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vessels rendered 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color — no depth info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 rot="-1343517">
            <a:off x="6126480" y="1417320"/>
            <a:ext cx="13859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-1171181">
            <a:off x="6254622" y="1364525"/>
            <a:ext cx="14548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-1017370">
            <a:off x="6391747" y="1315913"/>
            <a:ext cx="15210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-878578">
            <a:off x="6537240" y="1271553"/>
            <a:ext cx="15838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-751962">
            <a:off x="6690482" y="1231514"/>
            <a:ext cx="16428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-635203">
            <a:off x="6850856" y="1195864"/>
            <a:ext cx="16977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-526393">
            <a:off x="7017746" y="1164671"/>
            <a:ext cx="17483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-423943">
            <a:off x="7190533" y="1138005"/>
            <a:ext cx="17943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-326511">
            <a:off x="7368601" y="1115934"/>
            <a:ext cx="18355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-232949">
            <a:off x="7551332" y="1098526"/>
            <a:ext cx="18720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-142254">
            <a:off x="7738110" y="1085850"/>
            <a:ext cx="19037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-53536">
            <a:off x="7928317" y="1077975"/>
            <a:ext cx="19304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34016">
            <a:off x="8121335" y="1074969"/>
            <a:ext cx="19522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121151">
            <a:off x="8316548" y="1076900"/>
            <a:ext cx="19691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208580">
            <a:off x="8513338" y="1083838"/>
            <a:ext cx="19811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296995">
            <a:off x="8711089" y="1095851"/>
            <a:ext cx="19883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387081">
            <a:off x="8909182" y="1113008"/>
            <a:ext cx="19908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479535">
            <a:off x="9107001" y="1135376"/>
            <a:ext cx="19885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575073">
            <a:off x="9303929" y="1163025"/>
            <a:ext cx="19818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674451">
            <a:off x="9499347" y="1196024"/>
            <a:ext cx="19707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1232050">
            <a:off x="9692640" y="1234440"/>
            <a:ext cx="10946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1474464">
            <a:off x="9795153" y="1272838"/>
            <a:ext cx="11036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1714388">
            <a:off x="9895523" y="1318736"/>
            <a:ext cx="10940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1965498">
            <a:off x="9991606" y="1371064"/>
            <a:ext cx="10660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2243478">
            <a:off x="10081260" y="1428750"/>
            <a:ext cx="10205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2568714">
            <a:off x="10162342" y="1490722"/>
            <a:ext cx="9592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2969939">
            <a:off x="10232708" y="1555909"/>
            <a:ext cx="8854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3488566">
            <a:off x="10290215" y="1623239"/>
            <a:ext cx="8053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4410861">
            <a:off x="7863840" y="1005840"/>
            <a:ext cx="8633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4386776">
            <a:off x="7888340" y="1088628"/>
            <a:ext cx="9199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4414346">
            <a:off x="7915063" y="1176655"/>
            <a:ext cx="9673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4486992">
            <a:off x="7942421" y="1269444"/>
            <a:ext cx="10060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4601449">
            <a:off x="7968827" y="1366520"/>
            <a:ext cx="10367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4756552">
            <a:off x="7992692" y="1467406"/>
            <a:ext cx="10607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4952336">
            <a:off x="8012430" y="1571625"/>
            <a:ext cx="10799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5189197">
            <a:off x="8026453" y="1678702"/>
            <a:ext cx="10966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5466966">
            <a:off x="8033173" y="1788160"/>
            <a:ext cx="11138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5783863">
            <a:off x="8031004" y="1899523"/>
            <a:ext cx="11349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6135455">
            <a:off x="8018357" y="2012315"/>
            <a:ext cx="11639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6513975">
            <a:off x="7993645" y="2126059"/>
            <a:ext cx="12049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-3885392">
            <a:off x="8869680" y="1051560"/>
            <a:ext cx="9003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-3467586">
            <a:off x="8908078" y="970121"/>
            <a:ext cx="8611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-3051494">
            <a:off x="8953976" y="897255"/>
            <a:ext cx="8289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-2640454">
            <a:off x="9006304" y="832961"/>
            <a:ext cx="8020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-2235848">
            <a:off x="9063990" y="777240"/>
            <a:ext cx="7786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-1836974">
            <a:off x="9125962" y="730091"/>
            <a:ext cx="7574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-1441132">
            <a:off x="9191149" y="691515"/>
            <a:ext cx="7371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-1043796">
            <a:off x="9258479" y="661511"/>
            <a:ext cx="7168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7236115">
            <a:off x="6949440" y="1188720"/>
            <a:ext cx="11298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7332122">
            <a:off x="6891924" y="1285966"/>
            <a:ext cx="11719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7421404">
            <a:off x="6829471" y="1385133"/>
            <a:ext cx="12050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rot="7506541">
            <a:off x="6762628" y="1485397"/>
            <a:ext cx="12289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7589700">
            <a:off x="6691945" y="1585935"/>
            <a:ext cx="12437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7672830">
            <a:off x="6617970" y="1685925"/>
            <a:ext cx="12494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7757808">
            <a:off x="6541252" y="1784543"/>
            <a:ext cx="12459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7846582">
            <a:off x="6462339" y="1880967"/>
            <a:ext cx="12334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7941306">
            <a:off x="6381780" y="1974372"/>
            <a:ext cx="12120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8044512">
            <a:off x="6300125" y="2063938"/>
            <a:ext cx="11817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-2061554">
            <a:off x="6035040" y="2880360"/>
            <a:ext cx="16839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-2125852">
            <a:off x="6174052" y="2785322"/>
            <a:ext cx="17489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-2169648">
            <a:off x="6316557" y="2683933"/>
            <a:ext cx="18043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-2195477">
            <a:off x="6462236" y="2577465"/>
            <a:ext cx="18499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rot="-2205054">
            <a:off x="6610773" y="2467187"/>
            <a:ext cx="18855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-2199438">
            <a:off x="6761850" y="2354368"/>
            <a:ext cx="19109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rot="-2179140">
            <a:off x="6915150" y="2240280"/>
            <a:ext cx="19262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rot="-2144194">
            <a:off x="7070355" y="2126192"/>
            <a:ext cx="19316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rot="-2094186">
            <a:off x="7227147" y="2013373"/>
            <a:ext cx="19273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rot="-2028259">
            <a:off x="7385209" y="1903095"/>
            <a:ext cx="19136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rot="-1945099">
            <a:off x="7544223" y="1796627"/>
            <a:ext cx="18912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rot="-1842903">
            <a:off x="7703873" y="1695238"/>
            <a:ext cx="18606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rot="-1524732">
            <a:off x="7863840" y="1600200"/>
            <a:ext cx="18495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rot="-1384138">
            <a:off x="8030901" y="1520830"/>
            <a:ext cx="18575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rot="-1236745">
            <a:off x="8201802" y="1448044"/>
            <a:ext cx="18493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rot="-1078325">
            <a:off x="8374898" y="1382939"/>
            <a:ext cx="18255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rot="-904044">
            <a:off x="8548543" y="1326612"/>
            <a:ext cx="17869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rot="-708093">
            <a:off x="8721090" y="1280160"/>
            <a:ext cx="17347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rot="-483282">
            <a:off x="8890894" y="1244681"/>
            <a:ext cx="16706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rot="-220596">
            <a:off x="9056309" y="1221273"/>
            <a:ext cx="15970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rot="91155">
            <a:off x="9215689" y="1211031"/>
            <a:ext cx="15175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rot="465220">
            <a:off x="9367388" y="1215055"/>
            <a:ext cx="14368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rot="1359314">
            <a:off x="9509760" y="1234440"/>
            <a:ext cx="11127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rot="1833736">
            <a:off x="9612451" y="1277303"/>
            <a:ext cx="11801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rot="2267794">
            <a:off x="9714071" y="1337310"/>
            <a:ext cx="12588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 rot="2664561">
            <a:off x="9813548" y="1414463"/>
            <a:ext cx="13475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 rot="3027987">
            <a:off x="9909810" y="1508760"/>
            <a:ext cx="14449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rot="3362121">
            <a:off x="10001786" y="1620203"/>
            <a:ext cx="15504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rot="3670706">
            <a:off x="10088404" y="1748790"/>
            <a:ext cx="16633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 rot="3957008">
            <a:off x="10168592" y="1894523"/>
            <a:ext cx="17836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rot="2643469">
            <a:off x="7223760" y="1965960"/>
            <a:ext cx="12189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 rot="2536261">
            <a:off x="7311360" y="2050725"/>
            <a:ext cx="13172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rot="2430955">
            <a:off x="7408835" y="2139330"/>
            <a:ext cx="13976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rot="2323286">
            <a:off x="7515088" y="2230130"/>
            <a:ext cx="14603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rot="2209689">
            <a:off x="7629022" y="2321479"/>
            <a:ext cx="15056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rot="2086763">
            <a:off x="7749540" y="2411730"/>
            <a:ext cx="15341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 rot="1950922">
            <a:off x="7875544" y="2499238"/>
            <a:ext cx="15463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rot="1798084">
            <a:off x="8005938" y="2582357"/>
            <a:ext cx="15431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rot="1623387">
            <a:off x="8139623" y="2659441"/>
            <a:ext cx="15257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 rot="1420891">
            <a:off x="8275503" y="2728844"/>
            <a:ext cx="14957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rot="4586061">
            <a:off x="8595360" y="1188720"/>
            <a:ext cx="12825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rot="4472204">
            <a:off x="8625444" y="1313398"/>
            <a:ext cx="13135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rot="4370896">
            <a:off x="8660465" y="1439997"/>
            <a:ext cx="13363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rot="4279553">
            <a:off x="8699876" y="1567693"/>
            <a:ext cx="13508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rot="4196064">
            <a:off x="8743127" y="1695663"/>
            <a:ext cx="13565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rot="4118656">
            <a:off x="8789670" y="1823085"/>
            <a:ext cx="13534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rot="4045783">
            <a:off x="8838956" y="1949135"/>
            <a:ext cx="13412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rot="3976033">
            <a:off x="8890437" y="2072991"/>
            <a:ext cx="13200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rot="3908043">
            <a:off x="8943564" y="2193828"/>
            <a:ext cx="12895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rot="3840406">
            <a:off x="8997787" y="2310826"/>
            <a:ext cx="12497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rot="-3214389">
            <a:off x="9509760" y="1234440"/>
            <a:ext cx="12241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 rot="-2886278">
            <a:off x="9582448" y="1135946"/>
            <a:ext cx="12008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rot="-2557995">
            <a:off x="9662636" y="1046559"/>
            <a:ext cx="11773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rot="-2226036">
            <a:off x="9749254" y="966817"/>
            <a:ext cx="11531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 rot="-1886290">
            <a:off x="9841230" y="897255"/>
            <a:ext cx="11282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 rot="-1534144">
            <a:off x="9937492" y="838408"/>
            <a:ext cx="11027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 rot="-1164664">
            <a:off x="10036969" y="790813"/>
            <a:ext cx="10774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rot="-772906">
            <a:off x="10138589" y="755005"/>
            <a:ext cx="10534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781544" y="923544"/>
            <a:ext cx="164592" cy="164592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787384" y="969264"/>
            <a:ext cx="164592" cy="164592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867144" y="1106424"/>
            <a:ext cx="164592" cy="164592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141464" y="1883664"/>
            <a:ext cx="164592" cy="164592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513064" y="1106424"/>
            <a:ext cx="164592" cy="164592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427464" y="1152144"/>
            <a:ext cx="164592" cy="164592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275320" y="941832"/>
            <a:ext cx="365760" cy="365760"/>
          </a:xfrm>
          <a:prstGeom prst="ellipse">
            <a:avLst/>
          </a:prstGeom>
          <a:solidFill>
            <a:srgbClr val="330000"/>
          </a:solidFill>
          <a:ln w="38100">
            <a:solidFill>
              <a:srgbClr val="FF4444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8348472" y="99669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55" name="Shape 253"/>
          <p:cNvSpPr/>
          <p:nvPr/>
        </p:nvSpPr>
        <p:spPr>
          <a:xfrm rot="-2471156">
            <a:off x="8641080" y="987552"/>
            <a:ext cx="486010" cy="0"/>
          </a:xfrm>
          <a:prstGeom prst="line">
            <a:avLst/>
          </a:prstGeom>
          <a:noFill/>
          <a:ln w="19050">
            <a:solidFill>
              <a:srgbClr val="FF4444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8915400" y="2103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44"/>
                </a:solidFill>
              </a:rPr>
              <a:t>False junction
</a:t>
            </a:r>
            <a:pPr indent="0" marL="0">
              <a:buNone/>
            </a:pPr>
            <a:r>
              <a:rPr lang="en-US" sz="750" dirty="0">
                <a:solidFill>
                  <a:srgbClr val="CC6666"/>
                </a:solidFill>
              </a:rPr>
              <a:t>Overlap of vessels at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CC6666"/>
                </a:solidFill>
              </a:rPr>
              <a:t>different z-depths appears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CC6666"/>
                </a:solidFill>
              </a:rPr>
              <a:t>as a single intersection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6076188" y="136702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0282428" y="164134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904988" y="218998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276588" y="58978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6167628" y="209854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5984748" y="283006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190988" y="200710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362188" y="273862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002268" y="237286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190988" y="68122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 rot="-1343517">
            <a:off x="548640" y="4526280"/>
            <a:ext cx="13859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rot="-1171181">
            <a:off x="676782" y="4473485"/>
            <a:ext cx="14548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 rot="-1017370">
            <a:off x="813907" y="4424873"/>
            <a:ext cx="15210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 rot="-878578">
            <a:off x="959400" y="4380513"/>
            <a:ext cx="15838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 rot="-751962">
            <a:off x="1112642" y="4340474"/>
            <a:ext cx="16428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 rot="-635203">
            <a:off x="1273016" y="4304824"/>
            <a:ext cx="16977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 rot="-526393">
            <a:off x="1439906" y="4273631"/>
            <a:ext cx="17483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 rot="-423943">
            <a:off x="1612693" y="4246965"/>
            <a:ext cx="179431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 rot="-326511">
            <a:off x="1790761" y="4224894"/>
            <a:ext cx="18355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 rot="-232949">
            <a:off x="1973492" y="4207486"/>
            <a:ext cx="18720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 rot="-142254">
            <a:off x="2160270" y="4194810"/>
            <a:ext cx="19037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 rot="-53536">
            <a:off x="2350477" y="4186935"/>
            <a:ext cx="19304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 rot="34016">
            <a:off x="2543495" y="4183929"/>
            <a:ext cx="19522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 rot="121151">
            <a:off x="2738708" y="4185860"/>
            <a:ext cx="19691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 rot="208580">
            <a:off x="2935498" y="4192798"/>
            <a:ext cx="19811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rot="296995">
            <a:off x="3133249" y="4204811"/>
            <a:ext cx="19883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rot="387081">
            <a:off x="3331342" y="4221968"/>
            <a:ext cx="19908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 rot="479535">
            <a:off x="3529161" y="4244336"/>
            <a:ext cx="19885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 rot="575073">
            <a:off x="3726089" y="4271985"/>
            <a:ext cx="19818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 rot="674451">
            <a:off x="3921507" y="4304984"/>
            <a:ext cx="19707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 rot="1232050">
            <a:off x="4114800" y="4343400"/>
            <a:ext cx="109468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 rot="1474464">
            <a:off x="4217313" y="4381798"/>
            <a:ext cx="11036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 rot="1714388">
            <a:off x="4317683" y="4427696"/>
            <a:ext cx="10940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 rot="1965498">
            <a:off x="4413766" y="4480024"/>
            <a:ext cx="10660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 rot="2243478">
            <a:off x="4503420" y="4537710"/>
            <a:ext cx="10205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rot="2568714">
            <a:off x="4584502" y="4599682"/>
            <a:ext cx="9592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 rot="2969939">
            <a:off x="4654868" y="4664869"/>
            <a:ext cx="8854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 rot="3488566">
            <a:off x="4712375" y="4732199"/>
            <a:ext cx="8053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 rot="4410861">
            <a:off x="2286000" y="4114800"/>
            <a:ext cx="8633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 rot="4386776">
            <a:off x="2310500" y="4197588"/>
            <a:ext cx="9199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 rot="4414346">
            <a:off x="2337223" y="4285615"/>
            <a:ext cx="96738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 rot="4486992">
            <a:off x="2364581" y="4378404"/>
            <a:ext cx="10060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 rot="4601449">
            <a:off x="2390987" y="4475480"/>
            <a:ext cx="10367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 rot="4756552">
            <a:off x="2414852" y="4576366"/>
            <a:ext cx="10607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 rot="4952336">
            <a:off x="2434590" y="4680585"/>
            <a:ext cx="107991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 rot="5189197">
            <a:off x="2448613" y="4787662"/>
            <a:ext cx="10966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 rot="5466966">
            <a:off x="2455333" y="4897120"/>
            <a:ext cx="11138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 rot="5783863">
            <a:off x="2453164" y="5008483"/>
            <a:ext cx="11349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 rot="6135455">
            <a:off x="2440517" y="5121275"/>
            <a:ext cx="116398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 rot="6513975">
            <a:off x="2415805" y="5235019"/>
            <a:ext cx="120491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 rot="-3885392">
            <a:off x="3291840" y="4160520"/>
            <a:ext cx="9003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 rot="-3467586">
            <a:off x="3330238" y="4079081"/>
            <a:ext cx="8611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 rot="-3051494">
            <a:off x="3376136" y="4006215"/>
            <a:ext cx="8289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 rot="-2640454">
            <a:off x="3428464" y="3941921"/>
            <a:ext cx="8020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 rot="-2235848">
            <a:off x="3486150" y="3886200"/>
            <a:ext cx="7786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 rot="-1836974">
            <a:off x="3548122" y="3839051"/>
            <a:ext cx="7574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 rot="-1441132">
            <a:off x="3613309" y="3800475"/>
            <a:ext cx="7371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 rot="-1043796">
            <a:off x="3680639" y="3770471"/>
            <a:ext cx="7168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 rot="7236115">
            <a:off x="1371600" y="4297680"/>
            <a:ext cx="11298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 rot="7332122">
            <a:off x="1314084" y="4394926"/>
            <a:ext cx="11719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 rot="7421404">
            <a:off x="1251631" y="4494093"/>
            <a:ext cx="12050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 rot="7506541">
            <a:off x="1184788" y="4594357"/>
            <a:ext cx="12289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 rot="7589700">
            <a:off x="1114105" y="4694895"/>
            <a:ext cx="12437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 rot="7672830">
            <a:off x="1040130" y="4794885"/>
            <a:ext cx="12494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 rot="7757808">
            <a:off x="963412" y="4893503"/>
            <a:ext cx="124598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 rot="7846582">
            <a:off x="884499" y="4989927"/>
            <a:ext cx="12334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 rot="7941306">
            <a:off x="803940" y="5083332"/>
            <a:ext cx="121201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 rot="8044512">
            <a:off x="722285" y="5172898"/>
            <a:ext cx="118178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 rot="-2061554">
            <a:off x="457200" y="5989320"/>
            <a:ext cx="16839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 rot="-2125852">
            <a:off x="596212" y="5894282"/>
            <a:ext cx="17489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 rot="-2169648">
            <a:off x="738717" y="5792893"/>
            <a:ext cx="18043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 rot="-2195477">
            <a:off x="884396" y="5686425"/>
            <a:ext cx="18499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 rot="-2205054">
            <a:off x="1032933" y="5576147"/>
            <a:ext cx="18855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 rot="-2199438">
            <a:off x="1184010" y="5463328"/>
            <a:ext cx="19109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 rot="-2179140">
            <a:off x="1337310" y="5349240"/>
            <a:ext cx="19262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 rot="-2144194">
            <a:off x="1492515" y="5235152"/>
            <a:ext cx="19316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 rot="-2094186">
            <a:off x="1649307" y="5122333"/>
            <a:ext cx="19273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 rot="-2028259">
            <a:off x="1807369" y="5012055"/>
            <a:ext cx="19136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 rot="-1945099">
            <a:off x="1966383" y="4905587"/>
            <a:ext cx="18912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 rot="-1842903">
            <a:off x="2126033" y="4804198"/>
            <a:ext cx="18606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 rot="-1524732">
            <a:off x="2286000" y="4709160"/>
            <a:ext cx="18495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 rot="-1384138">
            <a:off x="2453061" y="4629790"/>
            <a:ext cx="18575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 rot="-1236745">
            <a:off x="2623962" y="4557004"/>
            <a:ext cx="18493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 rot="-1078325">
            <a:off x="2797058" y="4491899"/>
            <a:ext cx="18255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 rot="-904044">
            <a:off x="2970703" y="4435572"/>
            <a:ext cx="17869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 rot="-708093">
            <a:off x="3143250" y="4389120"/>
            <a:ext cx="17347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 rot="-483282">
            <a:off x="3313054" y="4353641"/>
            <a:ext cx="16706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 rot="-220596">
            <a:off x="3478469" y="4330233"/>
            <a:ext cx="15970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 rot="91155">
            <a:off x="3637849" y="4319991"/>
            <a:ext cx="15175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 rot="465220">
            <a:off x="3789548" y="4324015"/>
            <a:ext cx="14368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 rot="1359314">
            <a:off x="3931920" y="4343400"/>
            <a:ext cx="11127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 rot="1833736">
            <a:off x="4034611" y="4386263"/>
            <a:ext cx="11801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 rot="2267794">
            <a:off x="4136231" y="4446270"/>
            <a:ext cx="12588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 rot="2664561">
            <a:off x="4235708" y="4523423"/>
            <a:ext cx="13475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 rot="3027987">
            <a:off x="4331970" y="4617720"/>
            <a:ext cx="14449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 rot="3362121">
            <a:off x="4423946" y="4729163"/>
            <a:ext cx="15504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 rot="3670706">
            <a:off x="4510564" y="4857750"/>
            <a:ext cx="16633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 rot="3957008">
            <a:off x="4590752" y="5003483"/>
            <a:ext cx="17836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 rot="2643469">
            <a:off x="1645920" y="5074920"/>
            <a:ext cx="12189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 rot="2536261">
            <a:off x="1733520" y="5159685"/>
            <a:ext cx="13172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 rot="2430955">
            <a:off x="1830995" y="5248290"/>
            <a:ext cx="13976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 rot="2323286">
            <a:off x="1937248" y="5339090"/>
            <a:ext cx="14603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 rot="2209689">
            <a:off x="2051182" y="5430439"/>
            <a:ext cx="15056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 rot="2086763">
            <a:off x="2171700" y="5520690"/>
            <a:ext cx="15341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 rot="1950922">
            <a:off x="2297704" y="5608198"/>
            <a:ext cx="15463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 rot="1798084">
            <a:off x="2428098" y="5691317"/>
            <a:ext cx="15431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 rot="1623387">
            <a:off x="2561783" y="5768401"/>
            <a:ext cx="15257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 rot="1420891">
            <a:off x="2697663" y="5837804"/>
            <a:ext cx="14957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 rot="4586061">
            <a:off x="3017520" y="4297680"/>
            <a:ext cx="12825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 rot="4472204">
            <a:off x="3047604" y="4422358"/>
            <a:ext cx="13135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 rot="4370896">
            <a:off x="3082625" y="4548957"/>
            <a:ext cx="13363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 rot="4279553">
            <a:off x="3122036" y="4676653"/>
            <a:ext cx="13508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 rot="4196064">
            <a:off x="3165287" y="4804623"/>
            <a:ext cx="13565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 rot="4118656">
            <a:off x="3211830" y="4932045"/>
            <a:ext cx="13534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 rot="4045783">
            <a:off x="3261116" y="5058095"/>
            <a:ext cx="13412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 rot="3976033">
            <a:off x="3312597" y="5181951"/>
            <a:ext cx="13200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 rot="3908043">
            <a:off x="3365724" y="5302788"/>
            <a:ext cx="12895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 rot="3840406">
            <a:off x="3419947" y="5419786"/>
            <a:ext cx="12497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 rot="-3214389">
            <a:off x="3931920" y="4343400"/>
            <a:ext cx="12241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 rot="-2886278">
            <a:off x="4004608" y="4244906"/>
            <a:ext cx="12008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 rot="-2557995">
            <a:off x="4084796" y="4155519"/>
            <a:ext cx="11773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 rot="-2226036">
            <a:off x="4171414" y="4075777"/>
            <a:ext cx="11531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 rot="-1886290">
            <a:off x="4263390" y="4006215"/>
            <a:ext cx="11282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 rot="-1534144">
            <a:off x="4359652" y="3947368"/>
            <a:ext cx="11027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 rot="-1164664">
            <a:off x="4459129" y="3899773"/>
            <a:ext cx="10774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 rot="-772906">
            <a:off x="4560749" y="3863965"/>
            <a:ext cx="10534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 rot="-2118673">
            <a:off x="2560320" y="4572000"/>
            <a:ext cx="112055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 rot="-1920323">
            <a:off x="2651760" y="4507230"/>
            <a:ext cx="107830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 rot="-1706576">
            <a:off x="2743200" y="4450080"/>
            <a:ext cx="103993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 rot="-1477414">
            <a:off x="2834640" y="4400550"/>
            <a:ext cx="100587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 rot="-1233363">
            <a:off x="2926080" y="4358640"/>
            <a:ext cx="97658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 rot="-975612">
            <a:off x="3017520" y="4324350"/>
            <a:ext cx="95250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2697480" y="3950208"/>
            <a:ext cx="640080" cy="640080"/>
          </a:xfrm>
          <a:prstGeom prst="ellipse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F5C542"/>
            </a:solidFill>
            <a:prstDash val="dash"/>
          </a:ln>
        </p:spPr>
      </p:sp>
      <p:sp>
        <p:nvSpPr>
          <p:cNvPr id="390" name="Text 388"/>
          <p:cNvSpPr/>
          <p:nvPr/>
        </p:nvSpPr>
        <p:spPr>
          <a:xfrm>
            <a:off x="2606040" y="4617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z-depths</a:t>
            </a:r>
            <a:endParaRPr lang="en-US" sz="700" dirty="0"/>
          </a:p>
        </p:txBody>
      </p:sp>
      <p:sp>
        <p:nvSpPr>
          <p:cNvPr id="391" name="Shape 389"/>
          <p:cNvSpPr/>
          <p:nvPr/>
        </p:nvSpPr>
        <p:spPr>
          <a:xfrm>
            <a:off x="1005840" y="5852160"/>
            <a:ext cx="3291840" cy="320040"/>
          </a:xfrm>
          <a:prstGeom prst="roundRect">
            <a:avLst>
              <a:gd name="adj" fmla="val 17143"/>
            </a:avLst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92" name="Shape 390"/>
          <p:cNvSpPr/>
          <p:nvPr/>
        </p:nvSpPr>
        <p:spPr>
          <a:xfrm>
            <a:off x="1188720" y="6007608"/>
            <a:ext cx="274320" cy="0"/>
          </a:xfrm>
          <a:prstGeom prst="line">
            <a:avLst/>
          </a:prstGeom>
          <a:noFill/>
          <a:ln w="63500">
            <a:solidFill>
              <a:srgbClr val="E94560"/>
            </a:solidFill>
            <a:prstDash val="solid"/>
          </a:ln>
        </p:spPr>
      </p:sp>
      <p:sp>
        <p:nvSpPr>
          <p:cNvPr id="393" name="Text 391"/>
          <p:cNvSpPr/>
          <p:nvPr/>
        </p:nvSpPr>
        <p:spPr>
          <a:xfrm>
            <a:off x="1508760" y="588873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800" dirty="0"/>
          </a:p>
        </p:txBody>
      </p:sp>
      <p:sp>
        <p:nvSpPr>
          <p:cNvPr id="394" name="Shape 392"/>
          <p:cNvSpPr/>
          <p:nvPr/>
        </p:nvSpPr>
        <p:spPr>
          <a:xfrm>
            <a:off x="2103120" y="6007608"/>
            <a:ext cx="274320" cy="0"/>
          </a:xfrm>
          <a:prstGeom prst="line">
            <a:avLst/>
          </a:prstGeom>
          <a:noFill/>
          <a:ln w="63500">
            <a:solidFill>
              <a:srgbClr val="F5C542"/>
            </a:solidFill>
            <a:prstDash val="solid"/>
          </a:ln>
        </p:spPr>
      </p:sp>
      <p:sp>
        <p:nvSpPr>
          <p:cNvPr id="395" name="Text 393"/>
          <p:cNvSpPr/>
          <p:nvPr/>
        </p:nvSpPr>
        <p:spPr>
          <a:xfrm>
            <a:off x="2423160" y="588873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00" dirty="0"/>
          </a:p>
        </p:txBody>
      </p:sp>
      <p:sp>
        <p:nvSpPr>
          <p:cNvPr id="396" name="Shape 394"/>
          <p:cNvSpPr/>
          <p:nvPr/>
        </p:nvSpPr>
        <p:spPr>
          <a:xfrm>
            <a:off x="3017520" y="6007608"/>
            <a:ext cx="274320" cy="0"/>
          </a:xfrm>
          <a:prstGeom prst="line">
            <a:avLst/>
          </a:prstGeom>
          <a:noFill/>
          <a:ln w="63500">
            <a:solidFill>
              <a:srgbClr val="4DA8DA"/>
            </a:solidFill>
            <a:prstDash val="solid"/>
          </a:ln>
        </p:spPr>
      </p:sp>
      <p:sp>
        <p:nvSpPr>
          <p:cNvPr id="397" name="Text 395"/>
          <p:cNvSpPr/>
          <p:nvPr/>
        </p:nvSpPr>
        <p:spPr>
          <a:xfrm>
            <a:off x="3337560" y="58887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398" name="Text 396"/>
          <p:cNvSpPr/>
          <p:nvPr/>
        </p:nvSpPr>
        <p:spPr>
          <a:xfrm>
            <a:off x="3657600" y="58887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Deep   Shallow →</a:t>
            </a:r>
            <a:endParaRPr lang="en-US" sz="650" dirty="0"/>
          </a:p>
        </p:txBody>
      </p:sp>
      <p:sp>
        <p:nvSpPr>
          <p:cNvPr id="399" name="Shape 397"/>
          <p:cNvSpPr/>
          <p:nvPr/>
        </p:nvSpPr>
        <p:spPr>
          <a:xfrm rot="-1343517">
            <a:off x="6126480" y="4526280"/>
            <a:ext cx="13859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 rot="-1171181">
            <a:off x="6254622" y="4473485"/>
            <a:ext cx="14548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 rot="-1017370">
            <a:off x="6391747" y="4424873"/>
            <a:ext cx="15210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 rot="-878578">
            <a:off x="6537240" y="4380513"/>
            <a:ext cx="15838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 rot="-751962">
            <a:off x="6690482" y="4340474"/>
            <a:ext cx="16428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 rot="-635203">
            <a:off x="6850856" y="4304824"/>
            <a:ext cx="16977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 rot="-526393">
            <a:off x="7017746" y="4273631"/>
            <a:ext cx="17483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 rot="-423943">
            <a:off x="7190533" y="4246965"/>
            <a:ext cx="17943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 rot="-326511">
            <a:off x="7368601" y="4224894"/>
            <a:ext cx="18355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 rot="-232949">
            <a:off x="7551332" y="4207486"/>
            <a:ext cx="18720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 rot="-142254">
            <a:off x="7738110" y="4194810"/>
            <a:ext cx="19037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 rot="-53536">
            <a:off x="7928317" y="4186935"/>
            <a:ext cx="19304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 rot="34016">
            <a:off x="8121335" y="4183929"/>
            <a:ext cx="19522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 rot="121151">
            <a:off x="8316548" y="4185860"/>
            <a:ext cx="19691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 rot="208580">
            <a:off x="8513338" y="4192798"/>
            <a:ext cx="19811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 rot="296995">
            <a:off x="8711089" y="4204811"/>
            <a:ext cx="19883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 rot="387081">
            <a:off x="8909182" y="4221968"/>
            <a:ext cx="19908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 rot="479535">
            <a:off x="9107001" y="4244336"/>
            <a:ext cx="19885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 rot="575073">
            <a:off x="9303929" y="4271985"/>
            <a:ext cx="19818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 rot="674451">
            <a:off x="9499347" y="4304984"/>
            <a:ext cx="19707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 rot="1232050">
            <a:off x="9692640" y="4343400"/>
            <a:ext cx="10946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 rot="1474464">
            <a:off x="9795153" y="4381798"/>
            <a:ext cx="11036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 rot="1714388">
            <a:off x="9895523" y="4427696"/>
            <a:ext cx="10940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 rot="1965498">
            <a:off x="9991606" y="4480024"/>
            <a:ext cx="10660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 rot="2243478">
            <a:off x="10081260" y="4537710"/>
            <a:ext cx="10205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 rot="2568714">
            <a:off x="10162342" y="4599682"/>
            <a:ext cx="9592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 rot="2969939">
            <a:off x="10232708" y="4664869"/>
            <a:ext cx="8854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 rot="3488566">
            <a:off x="10290215" y="4732199"/>
            <a:ext cx="8053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 rot="4410861">
            <a:off x="7863840" y="4114800"/>
            <a:ext cx="8633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 rot="4386776">
            <a:off x="7888340" y="4197588"/>
            <a:ext cx="9199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 rot="4414346">
            <a:off x="7915063" y="4285615"/>
            <a:ext cx="9673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 rot="4486992">
            <a:off x="7942421" y="4378404"/>
            <a:ext cx="10060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 rot="4601449">
            <a:off x="7968827" y="4475480"/>
            <a:ext cx="10367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 rot="4756552">
            <a:off x="7992692" y="4576366"/>
            <a:ext cx="10607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 rot="4952336">
            <a:off x="8012430" y="4680585"/>
            <a:ext cx="10799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 rot="5189197">
            <a:off x="8026453" y="4787662"/>
            <a:ext cx="10966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 rot="5466966">
            <a:off x="8033173" y="4897120"/>
            <a:ext cx="11138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 rot="5783863">
            <a:off x="8031004" y="5008483"/>
            <a:ext cx="11349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 rot="6135455">
            <a:off x="8018357" y="5121275"/>
            <a:ext cx="11639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 rot="6513975">
            <a:off x="7993645" y="5235019"/>
            <a:ext cx="12049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 rot="-3885392">
            <a:off x="8869680" y="4160520"/>
            <a:ext cx="9003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 rot="-3467586">
            <a:off x="8908078" y="4079081"/>
            <a:ext cx="8611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 rot="-3051494">
            <a:off x="8953976" y="4006215"/>
            <a:ext cx="8289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 rot="-2640454">
            <a:off x="9006304" y="3941921"/>
            <a:ext cx="8020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 rot="-2235848">
            <a:off x="9063990" y="3886200"/>
            <a:ext cx="7786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 rot="-1836974">
            <a:off x="9125962" y="3839051"/>
            <a:ext cx="7574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 rot="-1441132">
            <a:off x="9191149" y="3800475"/>
            <a:ext cx="7371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 rot="-1043796">
            <a:off x="9258479" y="3770471"/>
            <a:ext cx="7168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 rot="7236115">
            <a:off x="6949440" y="4297680"/>
            <a:ext cx="11298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 rot="7332122">
            <a:off x="6891924" y="4394926"/>
            <a:ext cx="11719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 rot="7421404">
            <a:off x="6829471" y="4494093"/>
            <a:ext cx="12050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 rot="7506541">
            <a:off x="6762628" y="4594357"/>
            <a:ext cx="12289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 rot="7589700">
            <a:off x="6691945" y="4694895"/>
            <a:ext cx="12437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 rot="7672830">
            <a:off x="6617970" y="4794885"/>
            <a:ext cx="12494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 rot="7757808">
            <a:off x="6541252" y="4893503"/>
            <a:ext cx="12459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 rot="7846582">
            <a:off x="6462339" y="4989927"/>
            <a:ext cx="12334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 rot="7941306">
            <a:off x="6381780" y="5083332"/>
            <a:ext cx="12120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 rot="8044512">
            <a:off x="6300125" y="5172898"/>
            <a:ext cx="11817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 rot="-2061554">
            <a:off x="6035040" y="5989320"/>
            <a:ext cx="16839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 rot="-2125852">
            <a:off x="6174052" y="5894282"/>
            <a:ext cx="17489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 rot="-2169648">
            <a:off x="6316557" y="5792893"/>
            <a:ext cx="18043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 rot="-2195477">
            <a:off x="6462236" y="5686425"/>
            <a:ext cx="18499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 rot="-2205054">
            <a:off x="6610773" y="5576147"/>
            <a:ext cx="18855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 rot="-2199438">
            <a:off x="6761850" y="5463328"/>
            <a:ext cx="19109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 rot="-2179140">
            <a:off x="6915150" y="5349240"/>
            <a:ext cx="19262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 rot="-2144194">
            <a:off x="7070355" y="5235152"/>
            <a:ext cx="19316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 rot="-2094186">
            <a:off x="7227147" y="5122333"/>
            <a:ext cx="19273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 rot="-2028259">
            <a:off x="7385209" y="5012055"/>
            <a:ext cx="19136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 rot="-1945099">
            <a:off x="7544223" y="4905587"/>
            <a:ext cx="18912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 rot="-1842903">
            <a:off x="7703873" y="4804198"/>
            <a:ext cx="18606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 rot="-1524732">
            <a:off x="7863840" y="4709160"/>
            <a:ext cx="18495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 rot="-1384138">
            <a:off x="8030901" y="4629790"/>
            <a:ext cx="18575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 rot="-1236745">
            <a:off x="8201802" y="4557004"/>
            <a:ext cx="18493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 rot="-1078325">
            <a:off x="8374898" y="4491899"/>
            <a:ext cx="18255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 rot="-904044">
            <a:off x="8548543" y="4435572"/>
            <a:ext cx="17869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 rot="-708093">
            <a:off x="8721090" y="4389120"/>
            <a:ext cx="17347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 rot="-483282">
            <a:off x="8890894" y="4353641"/>
            <a:ext cx="16706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 rot="-220596">
            <a:off x="9056309" y="4330233"/>
            <a:ext cx="15970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 rot="91155">
            <a:off x="9215689" y="4319991"/>
            <a:ext cx="15175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 rot="465220">
            <a:off x="9367388" y="4324015"/>
            <a:ext cx="14368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 rot="1359314">
            <a:off x="9509760" y="4343400"/>
            <a:ext cx="11127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 rot="1833736">
            <a:off x="9612451" y="4386263"/>
            <a:ext cx="11801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 rot="2267794">
            <a:off x="9714071" y="4446270"/>
            <a:ext cx="12588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 rot="2664561">
            <a:off x="9813548" y="4523423"/>
            <a:ext cx="13475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 rot="3027987">
            <a:off x="9909810" y="4617720"/>
            <a:ext cx="14449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 rot="3362121">
            <a:off x="10001786" y="4729163"/>
            <a:ext cx="15504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 rot="3670706">
            <a:off x="10088404" y="4857750"/>
            <a:ext cx="16633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 rot="3957008">
            <a:off x="10168592" y="5003483"/>
            <a:ext cx="17836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 rot="2643469">
            <a:off x="7223760" y="5074920"/>
            <a:ext cx="12189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 rot="2536261">
            <a:off x="7311360" y="5159685"/>
            <a:ext cx="13172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 rot="2430955">
            <a:off x="7408835" y="5248290"/>
            <a:ext cx="13976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 rot="2323286">
            <a:off x="7515088" y="5339090"/>
            <a:ext cx="14603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 rot="2209689">
            <a:off x="7629022" y="5430439"/>
            <a:ext cx="15056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 rot="2086763">
            <a:off x="7749540" y="5520690"/>
            <a:ext cx="15341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 rot="1950922">
            <a:off x="7875544" y="5608198"/>
            <a:ext cx="15463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 rot="1798084">
            <a:off x="8005938" y="5691317"/>
            <a:ext cx="15431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 rot="1623387">
            <a:off x="8139623" y="5768401"/>
            <a:ext cx="15257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 rot="1420891">
            <a:off x="8275503" y="5837804"/>
            <a:ext cx="14957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 rot="4586061">
            <a:off x="8595360" y="4297680"/>
            <a:ext cx="12825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 rot="4472204">
            <a:off x="8625444" y="4422358"/>
            <a:ext cx="13135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 rot="4370896">
            <a:off x="8660465" y="4548957"/>
            <a:ext cx="13363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 rot="4279553">
            <a:off x="8699876" y="4676653"/>
            <a:ext cx="13508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 rot="4196064">
            <a:off x="8743127" y="4804623"/>
            <a:ext cx="13565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 rot="4118656">
            <a:off x="8789670" y="4932045"/>
            <a:ext cx="13534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 rot="4045783">
            <a:off x="8838956" y="5058095"/>
            <a:ext cx="13412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 rot="3976033">
            <a:off x="8890437" y="5181951"/>
            <a:ext cx="13200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 rot="3908043">
            <a:off x="8943564" y="5302788"/>
            <a:ext cx="12895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 rot="3840406">
            <a:off x="8997787" y="5419786"/>
            <a:ext cx="12497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 rot="-3214389">
            <a:off x="9509760" y="4343400"/>
            <a:ext cx="12241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 rot="-2886278">
            <a:off x="9582448" y="4244906"/>
            <a:ext cx="12008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 rot="-2557995">
            <a:off x="9662636" y="4155519"/>
            <a:ext cx="11773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 rot="-2226036">
            <a:off x="9749254" y="4075777"/>
            <a:ext cx="11531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 rot="-1886290">
            <a:off x="9841230" y="4006215"/>
            <a:ext cx="11282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 rot="-1534144">
            <a:off x="9937492" y="3947368"/>
            <a:ext cx="11027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 rot="-1164664">
            <a:off x="10036969" y="3899773"/>
            <a:ext cx="10774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 rot="-772906">
            <a:off x="10138589" y="3863965"/>
            <a:ext cx="10534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 rot="-2118673">
            <a:off x="8138160" y="4572000"/>
            <a:ext cx="112055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 rot="-1920323">
            <a:off x="8229600" y="4507230"/>
            <a:ext cx="107830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 rot="-1706576">
            <a:off x="8321040" y="4450080"/>
            <a:ext cx="103993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 rot="-1477414">
            <a:off x="8412480" y="4400550"/>
            <a:ext cx="100587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 rot="-1233363">
            <a:off x="8503920" y="4358640"/>
            <a:ext cx="97658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 rot="-975612">
            <a:off x="8595360" y="4324350"/>
            <a:ext cx="95250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8275320" y="4050792"/>
            <a:ext cx="365760" cy="365760"/>
          </a:xfrm>
          <a:prstGeom prst="ellipse">
            <a:avLst/>
          </a:prstGeom>
          <a:solidFill>
            <a:srgbClr val="002200"/>
          </a:solidFill>
          <a:ln w="38100">
            <a:solidFill>
              <a:srgbClr val="44FF88"/>
            </a:solidFill>
            <a:prstDash val="solid"/>
          </a:ln>
        </p:spPr>
      </p:sp>
      <p:sp>
        <p:nvSpPr>
          <p:cNvPr id="522" name="Text 520"/>
          <p:cNvSpPr/>
          <p:nvPr/>
        </p:nvSpPr>
        <p:spPr>
          <a:xfrm>
            <a:off x="8366760" y="411480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23" name="Shape 521"/>
          <p:cNvSpPr/>
          <p:nvPr/>
        </p:nvSpPr>
        <p:spPr>
          <a:xfrm rot="-2471156">
            <a:off x="8641080" y="4096512"/>
            <a:ext cx="486010" cy="0"/>
          </a:xfrm>
          <a:prstGeom prst="line">
            <a:avLst/>
          </a:prstGeom>
          <a:noFill/>
          <a:ln w="19050">
            <a:solidFill>
              <a:srgbClr val="44FF88"/>
            </a:solidFill>
            <a:prstDash val="solid"/>
          </a:ln>
        </p:spPr>
      </p:sp>
      <p:sp>
        <p:nvSpPr>
          <p:cNvPr id="524" name="Text 522"/>
          <p:cNvSpPr/>
          <p:nvPr/>
        </p:nvSpPr>
        <p:spPr>
          <a:xfrm>
            <a:off x="8915400" y="33192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FF88"/>
                </a:solidFill>
              </a:rPr>
              <a:t>Correctly separated
</a:t>
            </a:r>
            <a:pPr indent="0" marL="0">
              <a:buNone/>
            </a:pPr>
            <a:r>
              <a:rPr lang="en-US" sz="750" dirty="0">
                <a:solidFill>
                  <a:srgbClr val="66CC88"/>
                </a:solidFill>
              </a:rPr>
              <a:t>Different layers pass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66CC88"/>
                </a:solidFill>
              </a:rPr>
              <a:t>through independently —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66CC88"/>
                </a:solidFill>
              </a:rPr>
              <a:t>no false intersection</a:t>
            </a:r>
            <a:endParaRPr lang="en-US" sz="900" dirty="0"/>
          </a:p>
        </p:txBody>
      </p:sp>
      <p:sp>
        <p:nvSpPr>
          <p:cNvPr id="525" name="Shape 523"/>
          <p:cNvSpPr/>
          <p:nvPr/>
        </p:nvSpPr>
        <p:spPr>
          <a:xfrm>
            <a:off x="7781544" y="4032504"/>
            <a:ext cx="164592" cy="164592"/>
          </a:xfrm>
          <a:prstGeom prst="ellipse">
            <a:avLst/>
          </a:prstGeom>
          <a:solidFill>
            <a:srgbClr val="2E6685"/>
          </a:solidFill>
          <a:ln w="25400">
            <a:solidFill>
              <a:srgbClr val="4DA8DA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8787384" y="4078224"/>
            <a:ext cx="164592" cy="164592"/>
          </a:xfrm>
          <a:prstGeom prst="ellipse">
            <a:avLst/>
          </a:prstGeom>
          <a:solidFill>
            <a:srgbClr val="2E6685"/>
          </a:solidFill>
          <a:ln w="25400">
            <a:solidFill>
              <a:srgbClr val="4DA8DA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6867144" y="4215384"/>
            <a:ext cx="164592" cy="164592"/>
          </a:xfrm>
          <a:prstGeom prst="ellipse">
            <a:avLst/>
          </a:prstGeom>
          <a:solidFill>
            <a:srgbClr val="2E6685"/>
          </a:solidFill>
          <a:ln w="25400">
            <a:solidFill>
              <a:srgbClr val="4DA8DA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7141464" y="4992624"/>
            <a:ext cx="164592" cy="164592"/>
          </a:xfrm>
          <a:prstGeom prst="ellipse">
            <a:avLst/>
          </a:prstGeom>
          <a:solidFill>
            <a:srgbClr val="8B2A3A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8513064" y="4215384"/>
            <a:ext cx="164592" cy="164592"/>
          </a:xfrm>
          <a:prstGeom prst="ellipse">
            <a:avLst/>
          </a:prstGeom>
          <a:solidFill>
            <a:srgbClr val="8B2A3A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9427464" y="4261104"/>
            <a:ext cx="164592" cy="164592"/>
          </a:xfrm>
          <a:prstGeom prst="ellipse">
            <a:avLst/>
          </a:prstGeom>
          <a:solidFill>
            <a:srgbClr val="8B2A3A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6076188" y="447598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10282428" y="475030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7904988" y="529894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9276588" y="369874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6167628" y="520750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5984748" y="593902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0190988" y="511606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8362188" y="584758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9002268" y="548182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0190988" y="379018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5166360" y="1874520"/>
            <a:ext cx="54864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542" name="Shape 540"/>
          <p:cNvSpPr/>
          <p:nvPr/>
        </p:nvSpPr>
        <p:spPr>
          <a:xfrm>
            <a:off x="5166360" y="4983480"/>
            <a:ext cx="54864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543" name="Shape 541"/>
          <p:cNvSpPr/>
          <p:nvPr/>
        </p:nvSpPr>
        <p:spPr>
          <a:xfrm>
            <a:off x="10789920" y="640080"/>
            <a:ext cx="1234440" cy="2468880"/>
          </a:xfrm>
          <a:prstGeom prst="roundRect">
            <a:avLst>
              <a:gd name="adj" fmla="val 5926"/>
            </a:avLst>
          </a:prstGeom>
          <a:solidFill>
            <a:srgbClr val="0D0404"/>
          </a:solidFill>
          <a:ln w="12700">
            <a:solidFill>
              <a:srgbClr val="2A1010"/>
            </a:solidFill>
            <a:prstDash val="solid"/>
          </a:ln>
        </p:spPr>
      </p:sp>
      <p:sp>
        <p:nvSpPr>
          <p:cNvPr id="544" name="Text 542"/>
          <p:cNvSpPr/>
          <p:nvPr/>
        </p:nvSpPr>
        <p:spPr>
          <a:xfrm>
            <a:off x="10789920" y="685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50" dirty="0"/>
          </a:p>
        </p:txBody>
      </p:sp>
      <p:sp>
        <p:nvSpPr>
          <p:cNvPr id="545" name="Text 543"/>
          <p:cNvSpPr/>
          <p:nvPr/>
        </p:nvSpPr>
        <p:spPr>
          <a:xfrm>
            <a:off x="10863072" y="960120"/>
            <a:ext cx="1088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Junctions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Over-counted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Length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Under-estimated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Depth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Lost</a:t>
            </a:r>
            <a:endParaRPr lang="en-US" sz="850" dirty="0"/>
          </a:p>
        </p:txBody>
      </p:sp>
      <p:sp>
        <p:nvSpPr>
          <p:cNvPr id="546" name="Shape 544"/>
          <p:cNvSpPr/>
          <p:nvPr/>
        </p:nvSpPr>
        <p:spPr>
          <a:xfrm>
            <a:off x="10789920" y="3749040"/>
            <a:ext cx="1234440" cy="2468880"/>
          </a:xfrm>
          <a:prstGeom prst="roundRect">
            <a:avLst>
              <a:gd name="adj" fmla="val 5926"/>
            </a:avLst>
          </a:prstGeom>
          <a:solidFill>
            <a:srgbClr val="040D04"/>
          </a:solidFill>
          <a:ln w="12700">
            <a:solidFill>
              <a:srgbClr val="102A10"/>
            </a:solidFill>
            <a:prstDash val="solid"/>
          </a:ln>
        </p:spPr>
      </p:sp>
      <p:sp>
        <p:nvSpPr>
          <p:cNvPr id="547" name="Text 545"/>
          <p:cNvSpPr/>
          <p:nvPr/>
        </p:nvSpPr>
        <p:spPr>
          <a:xfrm>
            <a:off x="10789920" y="3794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50" dirty="0"/>
          </a:p>
        </p:txBody>
      </p:sp>
      <p:sp>
        <p:nvSpPr>
          <p:cNvPr id="548" name="Text 546"/>
          <p:cNvSpPr/>
          <p:nvPr/>
        </p:nvSpPr>
        <p:spPr>
          <a:xfrm>
            <a:off x="10863072" y="4069080"/>
            <a:ext cx="1088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Junctions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Accurate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Length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Recovered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Depth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Preserved</a:t>
            </a:r>
            <a:endParaRPr lang="en-US" sz="850" dirty="0"/>
          </a:p>
        </p:txBody>
      </p:sp>
      <p:sp>
        <p:nvSpPr>
          <p:cNvPr id="549" name="Shape 547"/>
          <p:cNvSpPr/>
          <p:nvPr/>
        </p:nvSpPr>
        <p:spPr>
          <a:xfrm>
            <a:off x="274320" y="3246120"/>
            <a:ext cx="11612880" cy="0"/>
          </a:xfrm>
          <a:prstGeom prst="line">
            <a:avLst/>
          </a:prstGeom>
          <a:noFill/>
          <a:ln w="8890">
            <a:solidFill>
              <a:srgbClr val="333333"/>
            </a:solidFill>
            <a:prstDash val="lgDash"/>
          </a:ln>
        </p:spPr>
      </p:sp>
      <p:sp>
        <p:nvSpPr>
          <p:cNvPr id="550" name="Shape 548"/>
          <p:cNvSpPr/>
          <p:nvPr/>
        </p:nvSpPr>
        <p:spPr>
          <a:xfrm>
            <a:off x="6702552" y="6473952"/>
            <a:ext cx="128016" cy="128016"/>
          </a:xfrm>
          <a:prstGeom prst="ellipse">
            <a:avLst/>
          </a:prstGeom>
          <a:solidFill>
            <a:srgbClr val="333333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551" name="Text 549"/>
          <p:cNvSpPr/>
          <p:nvPr/>
        </p:nvSpPr>
        <p:spPr>
          <a:xfrm>
            <a:off x="6876288" y="646480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750" dirty="0"/>
          </a:p>
        </p:txBody>
      </p:sp>
      <p:sp>
        <p:nvSpPr>
          <p:cNvPr id="552" name="Shape 550"/>
          <p:cNvSpPr/>
          <p:nvPr/>
        </p:nvSpPr>
        <p:spPr>
          <a:xfrm>
            <a:off x="7498080" y="649224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3" name="Text 551"/>
          <p:cNvSpPr/>
          <p:nvPr/>
        </p:nvSpPr>
        <p:spPr>
          <a:xfrm>
            <a:off x="7635240" y="646480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750" dirty="0"/>
          </a:p>
        </p:txBody>
      </p:sp>
      <p:sp>
        <p:nvSpPr>
          <p:cNvPr id="554" name="Shape 552"/>
          <p:cNvSpPr/>
          <p:nvPr/>
        </p:nvSpPr>
        <p:spPr>
          <a:xfrm>
            <a:off x="8321040" y="6537960"/>
            <a:ext cx="274320" cy="0"/>
          </a:xfrm>
          <a:prstGeom prst="line">
            <a:avLst/>
          </a:prstGeom>
          <a:noFill/>
          <a:ln w="38100">
            <a:solidFill>
              <a:srgbClr val="BBBBBB"/>
            </a:solidFill>
            <a:prstDash val="solid"/>
          </a:ln>
        </p:spPr>
      </p:sp>
      <p:sp>
        <p:nvSpPr>
          <p:cNvPr id="555" name="Text 553"/>
          <p:cNvSpPr/>
          <p:nvPr/>
        </p:nvSpPr>
        <p:spPr>
          <a:xfrm>
            <a:off x="8641080" y="646480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2026-03-22T14:08:16Z</dcterms:created>
  <dcterms:modified xsi:type="dcterms:W3CDTF">2026-03-22T14:08:16Z</dcterms:modified>
</cp:coreProperties>
</file>