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502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9728" y="3611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Depth-encoded Multi-color Fluorescence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18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Layer-separated Skeletonization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50292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61188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572000" cy="2743200"/>
          </a:xfrm>
          <a:prstGeom prst="roundRect">
            <a:avLst>
              <a:gd name="adj" fmla="val 3333"/>
            </a:avLst>
          </a:prstGeom>
          <a:solidFill>
            <a:srgbClr val="0C0C14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593903">
            <a:off x="640080" y="2057400"/>
            <a:ext cx="817864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437749">
            <a:off x="1371600" y="1691640"/>
            <a:ext cx="900580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751728">
            <a:off x="2194560" y="1325880"/>
            <a:ext cx="843035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751728">
            <a:off x="3017520" y="1143000"/>
            <a:ext cx="843035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842175">
            <a:off x="3840480" y="960120"/>
            <a:ext cx="754034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615307">
            <a:off x="2194560" y="1325880"/>
            <a:ext cx="737213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4008085">
            <a:off x="2560320" y="1965960"/>
            <a:ext cx="696386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3187806">
            <a:off x="3017520" y="1143000"/>
            <a:ext cx="457200" cy="0"/>
          </a:xfrm>
          <a:prstGeom prst="line">
            <a:avLst/>
          </a:prstGeom>
          <a:noFill/>
          <a:ln w="330200">
            <a:solidFill>
              <a:srgbClr val="3DDC84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2021404">
            <a:off x="731520" y="2788920"/>
            <a:ext cx="659383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1784693">
            <a:off x="1280160" y="2423160"/>
            <a:ext cx="737213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920323">
            <a:off x="1920240" y="2057400"/>
            <a:ext cx="862643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1233363">
            <a:off x="2651760" y="1600200"/>
            <a:ext cx="781264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106097">
            <a:off x="3383280" y="1325880"/>
            <a:ext cx="867476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319588">
            <a:off x="4206240" y="1600200"/>
            <a:ext cx="585502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6356724">
            <a:off x="1920240" y="2057400"/>
            <a:ext cx="665693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008085">
            <a:off x="3383280" y="1325880"/>
            <a:ext cx="696386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806097">
            <a:off x="3657600" y="1965960"/>
            <a:ext cx="613398" cy="0"/>
          </a:xfrm>
          <a:prstGeom prst="line">
            <a:avLst/>
          </a:prstGeom>
          <a:noFill/>
          <a:ln w="2794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8608" y="116128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1161288"/>
            <a:ext cx="512064" cy="512064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514600" y="1691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 rot="-1593903">
            <a:off x="6126480" y="2057400"/>
            <a:ext cx="817864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1437749">
            <a:off x="6858000" y="1691640"/>
            <a:ext cx="900580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751728">
            <a:off x="7680960" y="1325880"/>
            <a:ext cx="843035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751728">
            <a:off x="8503920" y="1143000"/>
            <a:ext cx="843035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842175">
            <a:off x="9326880" y="960120"/>
            <a:ext cx="754034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3615307">
            <a:off x="7680960" y="1325880"/>
            <a:ext cx="737213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4008085">
            <a:off x="8046720" y="1965960"/>
            <a:ext cx="696386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3187806">
            <a:off x="8503920" y="1143000"/>
            <a:ext cx="457200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021404">
            <a:off x="6217920" y="2788920"/>
            <a:ext cx="659383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1784693">
            <a:off x="6766560" y="2423160"/>
            <a:ext cx="737213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920323">
            <a:off x="7406640" y="2057400"/>
            <a:ext cx="862643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1233363">
            <a:off x="8138160" y="1600200"/>
            <a:ext cx="781264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106097">
            <a:off x="8869680" y="1325880"/>
            <a:ext cx="867476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319588">
            <a:off x="9692640" y="1600200"/>
            <a:ext cx="585502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6356724">
            <a:off x="7406640" y="2057400"/>
            <a:ext cx="665693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4008085">
            <a:off x="8869680" y="1325880"/>
            <a:ext cx="696386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3806097">
            <a:off x="9144000" y="1965960"/>
            <a:ext cx="613398" cy="0"/>
          </a:xfrm>
          <a:prstGeom prst="line">
            <a:avLst/>
          </a:prstGeom>
          <a:noFill/>
          <a:ln w="38100">
            <a:solidFill>
              <a:srgbClr val="3DDC8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98664" y="124358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21624" y="106070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24344" y="197510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87384" y="1243584"/>
            <a:ext cx="164592" cy="164592"/>
          </a:xfrm>
          <a:prstGeom prst="ellipse">
            <a:avLst/>
          </a:prstGeom>
          <a:solidFill>
            <a:srgbClr val="1A6B3A"/>
          </a:solidFill>
          <a:ln w="25400">
            <a:solidFill>
              <a:srgbClr val="3DDC8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74736" y="1271016"/>
            <a:ext cx="292608" cy="292608"/>
          </a:xfrm>
          <a:prstGeom prst="ellipse">
            <a:avLst/>
          </a:prstGeom>
          <a:solidFill>
            <a:srgbClr val="330000"/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130759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549640" y="777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444"/>
                </a:solidFill>
              </a:rPr>
              <a:t>False junction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(vessels at different depths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misidentified as intersection)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 rot="-2297410">
            <a:off x="8467344" y="1325880"/>
            <a:ext cx="221353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71616" y="20025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03536" y="10881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66176" y="255117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3376" y="72237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63056" y="273405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94976" y="191109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68896" y="264261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63456" y="24597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593903">
            <a:off x="640080" y="5166360"/>
            <a:ext cx="817864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437749">
            <a:off x="1371600" y="4800600"/>
            <a:ext cx="900580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751728">
            <a:off x="2194560" y="4434840"/>
            <a:ext cx="843035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751728">
            <a:off x="3017520" y="4251960"/>
            <a:ext cx="843035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842175">
            <a:off x="3840480" y="4069080"/>
            <a:ext cx="754034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3615307">
            <a:off x="2194560" y="4434840"/>
            <a:ext cx="737213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4008085">
            <a:off x="2560320" y="5074920"/>
            <a:ext cx="696386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3187806">
            <a:off x="3017520" y="4251960"/>
            <a:ext cx="457200" cy="0"/>
          </a:xfrm>
          <a:prstGeom prst="line">
            <a:avLst/>
          </a:prstGeom>
          <a:noFill/>
          <a:ln w="330200">
            <a:solidFill>
              <a:srgbClr val="4DA8DA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2021404">
            <a:off x="731520" y="5897880"/>
            <a:ext cx="659383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1784693">
            <a:off x="1280160" y="5532120"/>
            <a:ext cx="737213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1920323">
            <a:off x="1920240" y="5166360"/>
            <a:ext cx="862643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1233363">
            <a:off x="2651760" y="4709160"/>
            <a:ext cx="781264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1106097">
            <a:off x="3383280" y="4434840"/>
            <a:ext cx="867476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319588">
            <a:off x="4206240" y="4709160"/>
            <a:ext cx="585502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6356724">
            <a:off x="1920240" y="5166360"/>
            <a:ext cx="665693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4008085">
            <a:off x="3383280" y="4434840"/>
            <a:ext cx="696386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3806097">
            <a:off x="3657600" y="5074920"/>
            <a:ext cx="613398" cy="0"/>
          </a:xfrm>
          <a:prstGeom prst="line">
            <a:avLst/>
          </a:prstGeom>
          <a:noFill/>
          <a:ln w="279400">
            <a:solidFill>
              <a:srgbClr val="E94560">
                <a:alpha val="5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1233363">
            <a:off x="2468880" y="4663440"/>
            <a:ext cx="390632" cy="0"/>
          </a:xfrm>
          <a:prstGeom prst="line">
            <a:avLst/>
          </a:prstGeom>
          <a:noFill/>
          <a:ln w="1778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78608" y="4270248"/>
            <a:ext cx="512064" cy="512064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84" name="Text 82"/>
          <p:cNvSpPr/>
          <p:nvPr/>
        </p:nvSpPr>
        <p:spPr>
          <a:xfrm>
            <a:off x="251460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40080" y="5943600"/>
            <a:ext cx="4023360" cy="320040"/>
          </a:xfrm>
          <a:prstGeom prst="roundRect">
            <a:avLst>
              <a:gd name="adj" fmla="val 17143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22960" y="6099048"/>
            <a:ext cx="32004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88720" y="5989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828800" y="6099048"/>
            <a:ext cx="320040" cy="0"/>
          </a:xfrm>
          <a:prstGeom prst="line">
            <a:avLst/>
          </a:prstGeom>
          <a:noFill/>
          <a:ln w="50800">
            <a:solidFill>
              <a:srgbClr val="F5C5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94560" y="5989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834640" y="6099048"/>
            <a:ext cx="320040" cy="0"/>
          </a:xfrm>
          <a:prstGeom prst="line">
            <a:avLst/>
          </a:prstGeom>
          <a:noFill/>
          <a:ln w="50800">
            <a:solidFill>
              <a:srgbClr val="4DA8D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0" y="5989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0" y="5989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 Shallow →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 rot="-1593903">
            <a:off x="6126480" y="5166360"/>
            <a:ext cx="817864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1437749">
            <a:off x="6858000" y="4800600"/>
            <a:ext cx="90058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751728">
            <a:off x="7680960" y="4434840"/>
            <a:ext cx="843035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751728">
            <a:off x="8503920" y="4251960"/>
            <a:ext cx="843035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842175">
            <a:off x="9326880" y="4069080"/>
            <a:ext cx="754034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3615307">
            <a:off x="7680960" y="4434840"/>
            <a:ext cx="737213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4008085">
            <a:off x="8046720" y="5074920"/>
            <a:ext cx="696386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3187806">
            <a:off x="8503920" y="4251960"/>
            <a:ext cx="4572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2021404">
            <a:off x="6217920" y="5897880"/>
            <a:ext cx="659383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1784693">
            <a:off x="6766560" y="5532120"/>
            <a:ext cx="737213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1920323">
            <a:off x="7406640" y="5166360"/>
            <a:ext cx="862643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1233363">
            <a:off x="8138160" y="4709160"/>
            <a:ext cx="781264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1106097">
            <a:off x="8869680" y="4434840"/>
            <a:ext cx="867476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2319588">
            <a:off x="9692640" y="4709160"/>
            <a:ext cx="585502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6356724">
            <a:off x="7406640" y="5166360"/>
            <a:ext cx="665693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4008085">
            <a:off x="8869680" y="4434840"/>
            <a:ext cx="696386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3806097">
            <a:off x="9144000" y="5074920"/>
            <a:ext cx="613398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1233363">
            <a:off x="7955280" y="4663440"/>
            <a:ext cx="390632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174736" y="4379976"/>
            <a:ext cx="292608" cy="292608"/>
          </a:xfrm>
          <a:prstGeom prst="ellipse">
            <a:avLst/>
          </a:prstGeom>
          <a:solidFill>
            <a:srgbClr val="003300"/>
          </a:solidFill>
          <a:ln w="38100">
            <a:solidFill>
              <a:srgbClr val="44FF8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00" y="44165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854964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FF88"/>
                </a:solidFill>
              </a:rPr>
              <a:t>No false junction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(layers separated =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independent skeletons)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 rot="-1665512">
            <a:off x="8467344" y="4434840"/>
            <a:ext cx="196330" cy="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598664" y="4352544"/>
            <a:ext cx="164592" cy="164592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21624" y="4169664"/>
            <a:ext cx="164592" cy="164592"/>
          </a:xfrm>
          <a:prstGeom prst="ellipse">
            <a:avLst/>
          </a:prstGeom>
          <a:solidFill>
            <a:srgbClr val="2E6685"/>
          </a:solidFill>
          <a:ln w="25400">
            <a:solidFill>
              <a:srgbClr val="4DA8D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24344" y="5084064"/>
            <a:ext cx="164592" cy="164592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787384" y="4352544"/>
            <a:ext cx="164592" cy="164592"/>
          </a:xfrm>
          <a:prstGeom prst="ellipse">
            <a:avLst/>
          </a:prstGeom>
          <a:solidFill>
            <a:srgbClr val="8B2A3A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71616" y="511149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03536" y="419709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266176" y="56601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723376" y="383133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63056" y="584301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4976" y="502005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168896" y="575157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363456" y="5568696"/>
            <a:ext cx="109728" cy="109728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074920" y="1874520"/>
            <a:ext cx="6400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5074920" y="4983480"/>
            <a:ext cx="6400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29" name="Text 127"/>
          <p:cNvSpPr/>
          <p:nvPr/>
        </p:nvSpPr>
        <p:spPr>
          <a:xfrm>
            <a:off x="4937760" y="1673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Skeletonize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4937760" y="4727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Skeletonize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0607040" y="685800"/>
            <a:ext cx="1371600" cy="2377440"/>
          </a:xfrm>
          <a:prstGeom prst="roundRect">
            <a:avLst>
              <a:gd name="adj" fmla="val 5333"/>
            </a:avLst>
          </a:prstGeom>
          <a:solidFill>
            <a:srgbClr val="0F0505"/>
          </a:solidFill>
          <a:ln w="12700">
            <a:solidFill>
              <a:srgbClr val="2A111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607040" y="731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10680192" y="1005840"/>
            <a:ext cx="12252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AA8888"/>
                </a:solidFill>
              </a:rPr>
              <a:t>Over-counted
(false positives)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Length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AA8888"/>
                </a:solidFill>
              </a:rPr>
              <a:t>Under-estimated
(merged segments)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AA8888"/>
                </a:solidFill>
              </a:rPr>
              <a:t>Lost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0607040" y="3794760"/>
            <a:ext cx="1371600" cy="2377440"/>
          </a:xfrm>
          <a:prstGeom prst="roundRect">
            <a:avLst>
              <a:gd name="adj" fmla="val 5333"/>
            </a:avLst>
          </a:prstGeom>
          <a:solidFill>
            <a:srgbClr val="050F05"/>
          </a:solidFill>
          <a:ln w="12700">
            <a:solidFill>
              <a:srgbClr val="112A1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607040" y="3840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136" name="Text 134"/>
          <p:cNvSpPr/>
          <p:nvPr/>
        </p:nvSpPr>
        <p:spPr>
          <a:xfrm>
            <a:off x="10680192" y="4114800"/>
            <a:ext cx="12252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AA88"/>
                </a:solidFill>
              </a:rPr>
              <a:t>Accurate
(per-layer counting)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Length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AA88"/>
                </a:solidFill>
              </a:rPr>
              <a:t>Recovered
(hidden segments)
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8AA88"/>
                </a:solidFill>
              </a:rPr>
              <a:t>Preserved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74320" y="3236976"/>
            <a:ext cx="1161288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lgDash"/>
          </a:ln>
        </p:spPr>
      </p:sp>
      <p:sp>
        <p:nvSpPr>
          <p:cNvPr id="138" name="Shape 136"/>
          <p:cNvSpPr/>
          <p:nvPr/>
        </p:nvSpPr>
        <p:spPr>
          <a:xfrm>
            <a:off x="6519672" y="6501384"/>
            <a:ext cx="128016" cy="128016"/>
          </a:xfrm>
          <a:prstGeom prst="ellipse">
            <a:avLst/>
          </a:prstGeom>
          <a:solidFill>
            <a:srgbClr val="333333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693408" y="6464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7360920" y="6519672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498080" y="6464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8229600" y="6565392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549640" y="6464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2026-03-22T14:01:29Z</dcterms:created>
  <dcterms:modified xsi:type="dcterms:W3CDTF">2026-03-22T14:01:29Z</dcterms:modified>
</cp:coreProperties>
</file>