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3200400"/>
  <p:notesSz cx="3200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5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800" dirty="0"/>
          </a:p>
        </p:txBody>
      </p:sp>
      <p:pic>
        <p:nvPicPr>
          <p:cNvPr id="4" name="Image 0" descr="C:\Users\seub1\Desktop\[Paper] Diffusion virtual staining paper\analysis_output\paper_panels_depth\fig1e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60120"/>
            <a:ext cx="1051560" cy="1051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" y="960120"/>
            <a:ext cx="1051560" cy="1051560"/>
          </a:xfrm>
          <a:prstGeom prst="rect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6152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083564" y="122986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2C3E50"/>
          </a:solidFill>
          <a:ln/>
        </p:spPr>
      </p:sp>
      <p:sp>
        <p:nvSpPr>
          <p:cNvPr id="8" name="Text 5"/>
          <p:cNvSpPr/>
          <p:nvPr/>
        </p:nvSpPr>
        <p:spPr>
          <a:xfrm>
            <a:off x="1083564" y="12298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572768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Depth-encoded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Fluorescence</a:t>
            </a:r>
            <a:endParaRPr lang="en-US" sz="800" dirty="0"/>
          </a:p>
        </p:txBody>
      </p:sp>
      <p:pic>
        <p:nvPicPr>
          <p:cNvPr id="10" name="Image 1" descr="C:\Users\seub1\Desktop\[Paper] Diffusion virtual staining paper\analysis_output\paper_panels_depth\fig1e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960120"/>
            <a:ext cx="1051560" cy="10515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72768" y="960120"/>
            <a:ext cx="1051560" cy="1051560"/>
          </a:xfrm>
          <a:prstGeom prst="rect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51760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2651760" y="1595628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008376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800" dirty="0"/>
          </a:p>
        </p:txBody>
      </p:sp>
      <p:pic>
        <p:nvPicPr>
          <p:cNvPr id="15" name="Image 2" descr="C:\Users\seub1\Desktop\[Paper] Diffusion virtual staining paper\analysis_output\paper_panels_depth\fig1e_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960120"/>
            <a:ext cx="1051560" cy="49834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008376" y="960120"/>
            <a:ext cx="1051560" cy="498348"/>
          </a:xfrm>
          <a:prstGeom prst="rect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pic>
        <p:nvPicPr>
          <p:cNvPr id="17" name="Image 3" descr="C:\Users\seub1\Desktop\[Paper] Diffusion virtual staining paper\analysis_output\paper_panels_depth\fig1e_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1513332"/>
            <a:ext cx="1051560" cy="49834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008376" y="1513332"/>
            <a:ext cx="1051560" cy="498348"/>
          </a:xfrm>
          <a:prstGeom prst="rect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026664" y="97840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(B&gt;R)</a:t>
            </a:r>
            <a:endParaRPr lang="en-US" sz="550" dirty="0"/>
          </a:p>
        </p:txBody>
      </p:sp>
      <p:sp>
        <p:nvSpPr>
          <p:cNvPr id="20" name="Text 14"/>
          <p:cNvSpPr/>
          <p:nvPr/>
        </p:nvSpPr>
        <p:spPr>
          <a:xfrm>
            <a:off x="3026664" y="15316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(R&gt;B)</a:t>
            </a:r>
            <a:endParaRPr lang="en-US" sz="550" dirty="0"/>
          </a:p>
        </p:txBody>
      </p:sp>
      <p:sp>
        <p:nvSpPr>
          <p:cNvPr id="21" name="Shape 15"/>
          <p:cNvSpPr/>
          <p:nvPr/>
        </p:nvSpPr>
        <p:spPr>
          <a:xfrm>
            <a:off x="4087368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2" name="Text 16"/>
          <p:cNvSpPr/>
          <p:nvPr/>
        </p:nvSpPr>
        <p:spPr>
          <a:xfrm>
            <a:off x="4087368" y="1595628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Skeletonize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Bridge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4443984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800" dirty="0"/>
          </a:p>
        </p:txBody>
      </p:sp>
      <p:pic>
        <p:nvPicPr>
          <p:cNvPr id="24" name="Image 4" descr="C:\Users\seub1\Desktop\[Paper] Diffusion virtual staining paper\analysis_output\paper_panels_depth\fig1e_skel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960120"/>
            <a:ext cx="1051560" cy="49834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43984" y="960120"/>
            <a:ext cx="1051560" cy="498348"/>
          </a:xfrm>
          <a:prstGeom prst="rect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pic>
        <p:nvPicPr>
          <p:cNvPr id="26" name="Image 5" descr="C:\Users\seub1\Desktop\[Paper] Diffusion virtual staining paper\analysis_output\paper_panels_depth\fig1e_skel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1513332"/>
            <a:ext cx="1051560" cy="49834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443984" y="1513332"/>
            <a:ext cx="1051560" cy="498348"/>
          </a:xfrm>
          <a:prstGeom prst="rect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462272" y="978408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66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</a:t>
            </a:r>
            <a:endParaRPr lang="en-US" sz="550" dirty="0"/>
          </a:p>
        </p:txBody>
      </p:sp>
      <p:sp>
        <p:nvSpPr>
          <p:cNvPr id="29" name="Text 21"/>
          <p:cNvSpPr/>
          <p:nvPr/>
        </p:nvSpPr>
        <p:spPr>
          <a:xfrm>
            <a:off x="4462272" y="15316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</a:t>
            </a:r>
            <a:endParaRPr lang="en-US" sz="550" dirty="0"/>
          </a:p>
        </p:txBody>
      </p:sp>
      <p:sp>
        <p:nvSpPr>
          <p:cNvPr id="30" name="Shape 22"/>
          <p:cNvSpPr/>
          <p:nvPr/>
        </p:nvSpPr>
        <p:spPr>
          <a:xfrm>
            <a:off x="5522976" y="1485900"/>
            <a:ext cx="329184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31" name="Text 23"/>
          <p:cNvSpPr/>
          <p:nvPr/>
        </p:nvSpPr>
        <p:spPr>
          <a:xfrm>
            <a:off x="5522976" y="1595628"/>
            <a:ext cx="329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Quantify</a:t>
            </a:r>
            <a:endParaRPr lang="en-US" sz="600" dirty="0"/>
          </a:p>
        </p:txBody>
      </p:sp>
      <p:sp>
        <p:nvSpPr>
          <p:cNvPr id="32" name="Text 24"/>
          <p:cNvSpPr/>
          <p:nvPr/>
        </p:nvSpPr>
        <p:spPr>
          <a:xfrm>
            <a:off x="5879592" y="365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Quantification</a:t>
            </a:r>
            <a:endParaRPr lang="en-US" sz="800" dirty="0"/>
          </a:p>
        </p:txBody>
      </p:sp>
      <p:pic>
        <p:nvPicPr>
          <p:cNvPr id="33" name="Image 6" descr="C:\Users\seub1\Desktop\[Paper] Diffusion virtual staining paper\analysis_output\paper_panels_depth\fig1e_ske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960120"/>
            <a:ext cx="1051560" cy="105156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5879592" y="960120"/>
            <a:ext cx="1051560" cy="1051560"/>
          </a:xfrm>
          <a:prstGeom prst="rect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5742432" y="20574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| Length | Junctions | Endpoints</a:t>
            </a:r>
            <a:endParaRPr lang="en-US" sz="600" dirty="0"/>
          </a:p>
        </p:txBody>
      </p:sp>
      <p:sp>
        <p:nvSpPr>
          <p:cNvPr id="36" name="Text 27"/>
          <p:cNvSpPr/>
          <p:nvPr/>
        </p:nvSpPr>
        <p:spPr>
          <a:xfrm>
            <a:off x="457200" y="2788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  </a:t>
            </a:r>
            <a:pPr algn="ctr" indent="0" marL="0">
              <a:buNone/>
            </a:pPr>
            <a:r>
              <a:rPr lang="en-US" sz="65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 </a:t>
            </a:r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  </a:t>
            </a:r>
            <a:pPr algn="ctr" indent="0" marL="0">
              <a:buNone/>
            </a:pPr>
            <a:r>
              <a:rPr lang="en-US" sz="65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2026-03-25T03:00:16Z</dcterms:created>
  <dcterms:modified xsi:type="dcterms:W3CDTF">2026-03-25T03:00:16Z</dcterms:modified>
</cp:coreProperties>
</file>