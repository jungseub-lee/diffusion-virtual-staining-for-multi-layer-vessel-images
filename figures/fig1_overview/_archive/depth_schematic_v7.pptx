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" y="48463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" y="359359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Single-color Fluorescence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3246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D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Multi-color Depth-encoded Fluorescence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852160" y="1371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Skeletonization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52160" y="3246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Depth-separated Skeletonization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502920"/>
            <a:ext cx="4754880" cy="2743200"/>
          </a:xfrm>
          <a:prstGeom prst="roundRect">
            <a:avLst>
              <a:gd name="adj" fmla="val 3333"/>
            </a:avLst>
          </a:prstGeom>
          <a:solidFill>
            <a:srgbClr val="0A0A12"/>
          </a:solidFill>
          <a:ln w="12700">
            <a:solidFill>
              <a:srgbClr val="1A1A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0" y="502920"/>
            <a:ext cx="4754880" cy="2743200"/>
          </a:xfrm>
          <a:prstGeom prst="roundRect">
            <a:avLst>
              <a:gd name="adj" fmla="val 3333"/>
            </a:avLst>
          </a:prstGeom>
          <a:solidFill>
            <a:srgbClr val="0A0A12"/>
          </a:solidFill>
          <a:ln w="12700">
            <a:solidFill>
              <a:srgbClr val="1A1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3611880"/>
            <a:ext cx="4754880" cy="2743200"/>
          </a:xfrm>
          <a:prstGeom prst="roundRect">
            <a:avLst>
              <a:gd name="adj" fmla="val 3333"/>
            </a:avLst>
          </a:prstGeom>
          <a:solidFill>
            <a:srgbClr val="0A0A12"/>
          </a:solidFill>
          <a:ln w="12700">
            <a:solidFill>
              <a:srgbClr val="1A1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0" y="3611880"/>
            <a:ext cx="4754880" cy="2743200"/>
          </a:xfrm>
          <a:prstGeom prst="roundRect">
            <a:avLst>
              <a:gd name="adj" fmla="val 3333"/>
            </a:avLst>
          </a:prstGeom>
          <a:solidFill>
            <a:srgbClr val="0A0A12"/>
          </a:solidFill>
          <a:ln w="12700">
            <a:solidFill>
              <a:srgbClr val="1A1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926080"/>
            <a:ext cx="4572000" cy="228600"/>
          </a:xfrm>
          <a:prstGeom prst="rect">
            <a:avLst/>
          </a:prstGeom>
          <a:solidFill>
            <a:srgbClr val="333333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0" y="295351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ECM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65760" y="6035040"/>
            <a:ext cx="4572000" cy="228600"/>
          </a:xfrm>
          <a:prstGeom prst="rect">
            <a:avLst/>
          </a:prstGeom>
          <a:solidFill>
            <a:srgbClr val="333333">
              <a:alpha val="4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0" y="606247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ECM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943600" y="2926080"/>
            <a:ext cx="4572000" cy="228600"/>
          </a:xfrm>
          <a:prstGeom prst="rect">
            <a:avLst/>
          </a:prstGeom>
          <a:solidFill>
            <a:srgbClr val="333333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966960" y="295351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ECM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943600" y="6035040"/>
            <a:ext cx="4572000" cy="228600"/>
          </a:xfrm>
          <a:prstGeom prst="rect">
            <a:avLst/>
          </a:prstGeom>
          <a:solidFill>
            <a:srgbClr val="333333">
              <a:alpha val="4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9966960" y="606247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ECM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 rot="-5990989">
            <a:off x="2103120" y="2971800"/>
            <a:ext cx="84188" cy="0"/>
          </a:xfrm>
          <a:prstGeom prst="line">
            <a:avLst/>
          </a:prstGeom>
          <a:noFill/>
          <a:ln w="3048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-6037264">
            <a:off x="2088718" y="2888852"/>
            <a:ext cx="85580" cy="0"/>
          </a:xfrm>
          <a:prstGeom prst="line">
            <a:avLst/>
          </a:prstGeom>
          <a:noFill/>
          <a:ln w="298642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-6083657">
            <a:off x="2072945" y="2804739"/>
            <a:ext cx="86784" cy="0"/>
          </a:xfrm>
          <a:prstGeom prst="line">
            <a:avLst/>
          </a:prstGeom>
          <a:noFill/>
          <a:ln w="292485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-6130468">
            <a:off x="2055800" y="2719666"/>
            <a:ext cx="87803" cy="0"/>
          </a:xfrm>
          <a:prstGeom prst="line">
            <a:avLst/>
          </a:prstGeom>
          <a:noFill/>
          <a:ln w="286327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-6177982">
            <a:off x="2037283" y="2633838"/>
            <a:ext cx="88637" cy="0"/>
          </a:xfrm>
          <a:prstGeom prst="line">
            <a:avLst/>
          </a:prstGeom>
          <a:noFill/>
          <a:ln w="28017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-6226485">
            <a:off x="2017395" y="2547461"/>
            <a:ext cx="89287" cy="0"/>
          </a:xfrm>
          <a:prstGeom prst="line">
            <a:avLst/>
          </a:prstGeom>
          <a:noFill/>
          <a:ln w="274012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-6276258">
            <a:off x="1996135" y="2460742"/>
            <a:ext cx="89757" cy="0"/>
          </a:xfrm>
          <a:prstGeom prst="line">
            <a:avLst/>
          </a:prstGeom>
          <a:noFill/>
          <a:ln w="267855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-6327593">
            <a:off x="1973504" y="2373885"/>
            <a:ext cx="90046" cy="0"/>
          </a:xfrm>
          <a:prstGeom prst="line">
            <a:avLst/>
          </a:prstGeom>
          <a:noFill/>
          <a:ln w="261697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-6380790">
            <a:off x="1949501" y="2287097"/>
            <a:ext cx="90158" cy="0"/>
          </a:xfrm>
          <a:prstGeom prst="line">
            <a:avLst/>
          </a:prstGeom>
          <a:noFill/>
          <a:ln w="255539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-6436168">
            <a:off x="1924126" y="2200584"/>
            <a:ext cx="90095" cy="0"/>
          </a:xfrm>
          <a:prstGeom prst="line">
            <a:avLst/>
          </a:prstGeom>
          <a:noFill/>
          <a:ln w="249382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-6494067">
            <a:off x="1897380" y="2114550"/>
            <a:ext cx="89860" cy="0"/>
          </a:xfrm>
          <a:prstGeom prst="line">
            <a:avLst/>
          </a:prstGeom>
          <a:noFill/>
          <a:ln w="243224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-6554853">
            <a:off x="1869262" y="2029202"/>
            <a:ext cx="89457" cy="0"/>
          </a:xfrm>
          <a:prstGeom prst="line">
            <a:avLst/>
          </a:prstGeom>
          <a:noFill/>
          <a:ln w="237067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rot="-6618928">
            <a:off x="1839773" y="1944746"/>
            <a:ext cx="88888" cy="0"/>
          </a:xfrm>
          <a:prstGeom prst="line">
            <a:avLst/>
          </a:prstGeom>
          <a:noFill/>
          <a:ln w="230909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-6686731">
            <a:off x="1808912" y="1861387"/>
            <a:ext cx="88160" cy="0"/>
          </a:xfrm>
          <a:prstGeom prst="line">
            <a:avLst/>
          </a:prstGeom>
          <a:noFill/>
          <a:ln w="224752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-6758750">
            <a:off x="1776679" y="1779331"/>
            <a:ext cx="87276" cy="0"/>
          </a:xfrm>
          <a:prstGeom prst="line">
            <a:avLst/>
          </a:prstGeom>
          <a:noFill/>
          <a:ln w="218594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-6835529">
            <a:off x="1743075" y="1698784"/>
            <a:ext cx="86243" cy="0"/>
          </a:xfrm>
          <a:prstGeom prst="line">
            <a:avLst/>
          </a:prstGeom>
          <a:noFill/>
          <a:ln w="212436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-6917673">
            <a:off x="1708099" y="1619951"/>
            <a:ext cx="85069" cy="0"/>
          </a:xfrm>
          <a:prstGeom prst="line">
            <a:avLst/>
          </a:prstGeom>
          <a:noFill/>
          <a:ln w="206279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-7005861">
            <a:off x="1671752" y="1543039"/>
            <a:ext cx="83760" cy="0"/>
          </a:xfrm>
          <a:prstGeom prst="line">
            <a:avLst/>
          </a:prstGeom>
          <a:noFill/>
          <a:ln w="200121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-7100858">
            <a:off x="1634033" y="1468252"/>
            <a:ext cx="82327" cy="0"/>
          </a:xfrm>
          <a:prstGeom prst="line">
            <a:avLst/>
          </a:prstGeom>
          <a:noFill/>
          <a:ln w="193964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-7203517">
            <a:off x="1594942" y="1395797"/>
            <a:ext cx="80781" cy="0"/>
          </a:xfrm>
          <a:prstGeom prst="line">
            <a:avLst/>
          </a:prstGeom>
          <a:noFill/>
          <a:ln w="187806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-7280992">
            <a:off x="1554480" y="1325880"/>
            <a:ext cx="91439" cy="0"/>
          </a:xfrm>
          <a:prstGeom prst="line">
            <a:avLst/>
          </a:prstGeom>
          <a:noFill/>
          <a:ln w="175491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rot="-7472498">
            <a:off x="1506908" y="1247791"/>
            <a:ext cx="90060" cy="0"/>
          </a:xfrm>
          <a:prstGeom prst="line">
            <a:avLst/>
          </a:prstGeom>
          <a:noFill/>
          <a:ln w="169333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rot="-7661868">
            <a:off x="1455843" y="1173607"/>
            <a:ext cx="88700" cy="0"/>
          </a:xfrm>
          <a:prstGeom prst="line">
            <a:avLst/>
          </a:prstGeom>
          <a:noFill/>
          <a:ln w="163176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rot="-7849543">
            <a:off x="1401604" y="1103424"/>
            <a:ext cx="87336" cy="0"/>
          </a:xfrm>
          <a:prstGeom prst="line">
            <a:avLst/>
          </a:prstGeom>
          <a:noFill/>
          <a:ln w="157018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-8036093">
            <a:off x="1344507" y="1037336"/>
            <a:ext cx="85952" cy="0"/>
          </a:xfrm>
          <a:prstGeom prst="line">
            <a:avLst/>
          </a:prstGeom>
          <a:noFill/>
          <a:ln w="150861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rot="-8222219">
            <a:off x="1284870" y="975439"/>
            <a:ext cx="84531" cy="0"/>
          </a:xfrm>
          <a:prstGeom prst="line">
            <a:avLst/>
          </a:prstGeom>
          <a:noFill/>
          <a:ln w="144703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-8408749">
            <a:off x="1223010" y="917829"/>
            <a:ext cx="83062" cy="0"/>
          </a:xfrm>
          <a:prstGeom prst="line">
            <a:avLst/>
          </a:prstGeom>
          <a:noFill/>
          <a:ln w="138545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-8596642">
            <a:off x="1159245" y="864600"/>
            <a:ext cx="81533" cy="0"/>
          </a:xfrm>
          <a:prstGeom prst="line">
            <a:avLst/>
          </a:prstGeom>
          <a:noFill/>
          <a:ln w="132388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rot="-8786990">
            <a:off x="1093893" y="815848"/>
            <a:ext cx="79940" cy="0"/>
          </a:xfrm>
          <a:prstGeom prst="line">
            <a:avLst/>
          </a:prstGeom>
          <a:noFill/>
          <a:ln w="12623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rot="-8981034">
            <a:off x="1027271" y="771668"/>
            <a:ext cx="78279" cy="0"/>
          </a:xfrm>
          <a:prstGeom prst="line">
            <a:avLst/>
          </a:prstGeom>
          <a:noFill/>
          <a:ln w="120073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-9180166">
            <a:off x="959697" y="732155"/>
            <a:ext cx="76552" cy="0"/>
          </a:xfrm>
          <a:prstGeom prst="line">
            <a:avLst/>
          </a:prstGeom>
          <a:noFill/>
          <a:ln w="113915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rot="-9385943">
            <a:off x="891487" y="697405"/>
            <a:ext cx="74763" cy="0"/>
          </a:xfrm>
          <a:prstGeom prst="line">
            <a:avLst/>
          </a:prstGeom>
          <a:noFill/>
          <a:ln w="107758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rot="-2220225">
            <a:off x="1828800" y="1783080"/>
            <a:ext cx="99854" cy="0"/>
          </a:xfrm>
          <a:prstGeom prst="line">
            <a:avLst/>
          </a:prstGeom>
          <a:noFill/>
          <a:ln w="1778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rot="-2229270">
            <a:off x="1908543" y="1722981"/>
            <a:ext cx="103314" cy="0"/>
          </a:xfrm>
          <a:prstGeom prst="line">
            <a:avLst/>
          </a:prstGeom>
          <a:noFill/>
          <a:ln w="17283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rot="-2228788">
            <a:off x="1990886" y="1660582"/>
            <a:ext cx="106314" cy="0"/>
          </a:xfrm>
          <a:prstGeom prst="line">
            <a:avLst/>
          </a:prstGeom>
          <a:noFill/>
          <a:ln w="167861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rot="-2219561">
            <a:off x="2075628" y="1596384"/>
            <a:ext cx="108852" cy="0"/>
          </a:xfrm>
          <a:prstGeom prst="line">
            <a:avLst/>
          </a:prstGeom>
          <a:noFill/>
          <a:ln w="162891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rot="-2202073">
            <a:off x="2162569" y="1530887"/>
            <a:ext cx="110931" cy="0"/>
          </a:xfrm>
          <a:prstGeom prst="line">
            <a:avLst/>
          </a:prstGeom>
          <a:noFill/>
          <a:ln w="157922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rot="-2176571">
            <a:off x="2251510" y="1464590"/>
            <a:ext cx="112557" cy="0"/>
          </a:xfrm>
          <a:prstGeom prst="line">
            <a:avLst/>
          </a:prstGeom>
          <a:noFill/>
          <a:ln w="152952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rot="-2143092">
            <a:off x="2342250" y="1397992"/>
            <a:ext cx="113733" cy="0"/>
          </a:xfrm>
          <a:prstGeom prst="line">
            <a:avLst/>
          </a:prstGeom>
          <a:noFill/>
          <a:ln w="147983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rot="-2101489">
            <a:off x="2434590" y="1331595"/>
            <a:ext cx="114469" cy="0"/>
          </a:xfrm>
          <a:prstGeom prst="line">
            <a:avLst/>
          </a:prstGeom>
          <a:noFill/>
          <a:ln w="143013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rot="-2051440">
            <a:off x="2528329" y="1265897"/>
            <a:ext cx="114775" cy="0"/>
          </a:xfrm>
          <a:prstGeom prst="line">
            <a:avLst/>
          </a:prstGeom>
          <a:noFill/>
          <a:ln w="138043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rot="-1992447">
            <a:off x="2623268" y="1201400"/>
            <a:ext cx="114664" cy="0"/>
          </a:xfrm>
          <a:prstGeom prst="line">
            <a:avLst/>
          </a:prstGeom>
          <a:noFill/>
          <a:ln w="133074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rot="-1923833">
            <a:off x="2719207" y="1138601"/>
            <a:ext cx="114152" cy="0"/>
          </a:xfrm>
          <a:prstGeom prst="line">
            <a:avLst/>
          </a:prstGeom>
          <a:noFill/>
          <a:ln w="128104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rot="-1844728">
            <a:off x="2815945" y="1078002"/>
            <a:ext cx="113257" cy="0"/>
          </a:xfrm>
          <a:prstGeom prst="line">
            <a:avLst/>
          </a:prstGeom>
          <a:noFill/>
          <a:ln w="123135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rot="-1754055">
            <a:off x="2913284" y="1020103"/>
            <a:ext cx="112004" cy="0"/>
          </a:xfrm>
          <a:prstGeom prst="line">
            <a:avLst/>
          </a:prstGeom>
          <a:noFill/>
          <a:ln w="118165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rot="-1650509">
            <a:off x="3011022" y="965402"/>
            <a:ext cx="110422" cy="0"/>
          </a:xfrm>
          <a:prstGeom prst="line">
            <a:avLst/>
          </a:prstGeom>
          <a:noFill/>
          <a:ln w="113196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rot="-1536131">
            <a:off x="3108960" y="914400"/>
            <a:ext cx="114070" cy="0"/>
          </a:xfrm>
          <a:prstGeom prst="line">
            <a:avLst/>
          </a:prstGeom>
          <a:noFill/>
          <a:ln w="103257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rot="-1417763">
            <a:off x="3211830" y="865108"/>
            <a:ext cx="112284" cy="0"/>
          </a:xfrm>
          <a:prstGeom prst="line">
            <a:avLst/>
          </a:prstGeom>
          <a:noFill/>
          <a:ln w="98287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rot="-1295719">
            <a:off x="3314700" y="820103"/>
            <a:ext cx="110636" cy="0"/>
          </a:xfrm>
          <a:prstGeom prst="line">
            <a:avLst/>
          </a:prstGeom>
          <a:noFill/>
          <a:ln w="93317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rot="-1170147">
            <a:off x="3417570" y="779383"/>
            <a:ext cx="109131" cy="0"/>
          </a:xfrm>
          <a:prstGeom prst="line">
            <a:avLst/>
          </a:prstGeom>
          <a:noFill/>
          <a:ln w="88348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rot="-1041241">
            <a:off x="3520440" y="742950"/>
            <a:ext cx="107776" cy="0"/>
          </a:xfrm>
          <a:prstGeom prst="line">
            <a:avLst/>
          </a:prstGeom>
          <a:noFill/>
          <a:ln w="83378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rot="-909244">
            <a:off x="3623310" y="710803"/>
            <a:ext cx="106576" cy="0"/>
          </a:xfrm>
          <a:prstGeom prst="line">
            <a:avLst/>
          </a:prstGeom>
          <a:noFill/>
          <a:ln w="78409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rot="-774445">
            <a:off x="3726180" y="682943"/>
            <a:ext cx="105537" cy="0"/>
          </a:xfrm>
          <a:prstGeom prst="line">
            <a:avLst/>
          </a:prstGeom>
          <a:noFill/>
          <a:ln w="73439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rot="-637179">
            <a:off x="3829050" y="659368"/>
            <a:ext cx="104663" cy="0"/>
          </a:xfrm>
          <a:prstGeom prst="line">
            <a:avLst/>
          </a:prstGeom>
          <a:noFill/>
          <a:ln w="6847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rot="-8879677">
            <a:off x="1554480" y="1325880"/>
            <a:ext cx="121309" cy="0"/>
          </a:xfrm>
          <a:prstGeom prst="line">
            <a:avLst/>
          </a:prstGeom>
          <a:noFill/>
          <a:ln w="101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rot="-9093424">
            <a:off x="1451610" y="1261586"/>
            <a:ext cx="116992" cy="0"/>
          </a:xfrm>
          <a:prstGeom prst="line">
            <a:avLst/>
          </a:prstGeom>
          <a:noFill/>
          <a:ln w="9525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rot="-9322586">
            <a:off x="1348740" y="1205865"/>
            <a:ext cx="113160" cy="0"/>
          </a:xfrm>
          <a:prstGeom prst="line">
            <a:avLst/>
          </a:prstGeom>
          <a:noFill/>
          <a:ln w="889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rot="-9566637">
            <a:off x="1245870" y="1158716"/>
            <a:ext cx="109865" cy="0"/>
          </a:xfrm>
          <a:prstGeom prst="line">
            <a:avLst/>
          </a:prstGeom>
          <a:noFill/>
          <a:ln w="8255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rot="-9824388">
            <a:off x="1143000" y="1120140"/>
            <a:ext cx="107156" cy="0"/>
          </a:xfrm>
          <a:prstGeom prst="line">
            <a:avLst/>
          </a:prstGeom>
          <a:noFill/>
          <a:ln w="762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rot="-10093903">
            <a:off x="1040130" y="1090136"/>
            <a:ext cx="105079" cy="0"/>
          </a:xfrm>
          <a:prstGeom prst="line">
            <a:avLst/>
          </a:prstGeom>
          <a:noFill/>
          <a:ln w="6985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rot="-10372499">
            <a:off x="937260" y="1068705"/>
            <a:ext cx="103671" cy="0"/>
          </a:xfrm>
          <a:prstGeom prst="line">
            <a:avLst/>
          </a:prstGeom>
          <a:noFill/>
          <a:ln w="635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rot="-10656843">
            <a:off x="834390" y="1055846"/>
            <a:ext cx="102959" cy="0"/>
          </a:xfrm>
          <a:prstGeom prst="line">
            <a:avLst/>
          </a:prstGeom>
          <a:noFill/>
          <a:ln w="5715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rot="-4061112">
            <a:off x="2651760" y="1143000"/>
            <a:ext cx="90309" cy="0"/>
          </a:xfrm>
          <a:prstGeom prst="line">
            <a:avLst/>
          </a:prstGeom>
          <a:noFill/>
          <a:ln w="101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rot="-3992927">
            <a:off x="2686050" y="1059454"/>
            <a:ext cx="86163" cy="0"/>
          </a:xfrm>
          <a:prstGeom prst="line">
            <a:avLst/>
          </a:prstGeom>
          <a:noFill/>
          <a:ln w="9525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 rot="-3914120">
            <a:off x="2720340" y="980408"/>
            <a:ext cx="81859" cy="0"/>
          </a:xfrm>
          <a:prstGeom prst="line">
            <a:avLst/>
          </a:prstGeom>
          <a:noFill/>
          <a:ln w="889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 rot="-3822413">
            <a:off x="2754630" y="906078"/>
            <a:ext cx="77410" cy="0"/>
          </a:xfrm>
          <a:prstGeom prst="line">
            <a:avLst/>
          </a:prstGeom>
          <a:noFill/>
          <a:ln w="8255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 rot="-3714857">
            <a:off x="2788920" y="836676"/>
            <a:ext cx="72835" cy="0"/>
          </a:xfrm>
          <a:prstGeom prst="line">
            <a:avLst/>
          </a:prstGeom>
          <a:noFill/>
          <a:ln w="762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rot="-3587597">
            <a:off x="2823210" y="772418"/>
            <a:ext cx="68155" cy="0"/>
          </a:xfrm>
          <a:prstGeom prst="line">
            <a:avLst/>
          </a:prstGeom>
          <a:noFill/>
          <a:ln w="6985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rot="-3435537">
            <a:off x="2857500" y="713518"/>
            <a:ext cx="63401" cy="0"/>
          </a:xfrm>
          <a:prstGeom prst="line">
            <a:avLst/>
          </a:prstGeom>
          <a:noFill/>
          <a:ln w="635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rot="-3251911">
            <a:off x="2891790" y="660190"/>
            <a:ext cx="58618" cy="0"/>
          </a:xfrm>
          <a:prstGeom prst="line">
            <a:avLst/>
          </a:prstGeom>
          <a:noFill/>
          <a:ln w="5715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rot="-6590125">
            <a:off x="3474720" y="2971800"/>
            <a:ext cx="97174" cy="0"/>
          </a:xfrm>
          <a:prstGeom prst="line">
            <a:avLst/>
          </a:prstGeom>
          <a:noFill/>
          <a:ln w="2794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 rot="-6749549">
            <a:off x="3441747" y="2880391"/>
            <a:ext cx="98731" cy="0"/>
          </a:xfrm>
          <a:prstGeom prst="line">
            <a:avLst/>
          </a:prstGeom>
          <a:noFill/>
          <a:ln w="273255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 rot="-6897666">
            <a:off x="3403976" y="2789171"/>
            <a:ext cx="100204" cy="0"/>
          </a:xfrm>
          <a:prstGeom prst="line">
            <a:avLst/>
          </a:prstGeom>
          <a:noFill/>
          <a:ln w="26711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 rot="-7035677">
            <a:off x="3361690" y="2698327"/>
            <a:ext cx="101560" cy="0"/>
          </a:xfrm>
          <a:prstGeom prst="line">
            <a:avLst/>
          </a:prstGeom>
          <a:noFill/>
          <a:ln w="260965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 rot="-7164722">
            <a:off x="3315170" y="2608047"/>
            <a:ext cx="102774" cy="0"/>
          </a:xfrm>
          <a:prstGeom prst="line">
            <a:avLst/>
          </a:prstGeom>
          <a:noFill/>
          <a:ln w="254819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rot="-7285872">
            <a:off x="3264700" y="2518520"/>
            <a:ext cx="103820" cy="0"/>
          </a:xfrm>
          <a:prstGeom prst="line">
            <a:avLst/>
          </a:prstGeom>
          <a:noFill/>
          <a:ln w="248674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 rot="-7400125">
            <a:off x="3210560" y="2429933"/>
            <a:ext cx="104681" cy="0"/>
          </a:xfrm>
          <a:prstGeom prst="line">
            <a:avLst/>
          </a:prstGeom>
          <a:noFill/>
          <a:ln w="242529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 rot="-7508408">
            <a:off x="3153034" y="2342476"/>
            <a:ext cx="105339" cy="0"/>
          </a:xfrm>
          <a:prstGeom prst="line">
            <a:avLst/>
          </a:prstGeom>
          <a:noFill/>
          <a:ln w="236384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 rot="-7611582">
            <a:off x="3092403" y="2256335"/>
            <a:ext cx="105780" cy="0"/>
          </a:xfrm>
          <a:prstGeom prst="line">
            <a:avLst/>
          </a:prstGeom>
          <a:noFill/>
          <a:ln w="230239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 rot="-7710455">
            <a:off x="3028950" y="2171700"/>
            <a:ext cx="105993" cy="0"/>
          </a:xfrm>
          <a:prstGeom prst="line">
            <a:avLst/>
          </a:prstGeom>
          <a:noFill/>
          <a:ln w="224094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 rot="-7805788">
            <a:off x="2962957" y="2088758"/>
            <a:ext cx="105967" cy="0"/>
          </a:xfrm>
          <a:prstGeom prst="line">
            <a:avLst/>
          </a:prstGeom>
          <a:noFill/>
          <a:ln w="217948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 rot="-7898309">
            <a:off x="2894706" y="2007698"/>
            <a:ext cx="105694" cy="0"/>
          </a:xfrm>
          <a:prstGeom prst="line">
            <a:avLst/>
          </a:prstGeom>
          <a:noFill/>
          <a:ln w="211803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 rot="-7988723">
            <a:off x="2824480" y="1928707"/>
            <a:ext cx="105168" cy="0"/>
          </a:xfrm>
          <a:prstGeom prst="line">
            <a:avLst/>
          </a:prstGeom>
          <a:noFill/>
          <a:ln w="205658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 rot="-8077727">
            <a:off x="2752560" y="1851974"/>
            <a:ext cx="104384" cy="0"/>
          </a:xfrm>
          <a:prstGeom prst="line">
            <a:avLst/>
          </a:prstGeom>
          <a:noFill/>
          <a:ln w="199513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rot="-8166024">
            <a:off x="2679230" y="1777686"/>
            <a:ext cx="103336" cy="0"/>
          </a:xfrm>
          <a:prstGeom prst="line">
            <a:avLst/>
          </a:prstGeom>
          <a:noFill/>
          <a:ln w="193368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 rot="-8254339">
            <a:off x="2604770" y="1706033"/>
            <a:ext cx="102023" cy="0"/>
          </a:xfrm>
          <a:prstGeom prst="line">
            <a:avLst/>
          </a:prstGeom>
          <a:noFill/>
          <a:ln w="187223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rot="-8343434">
            <a:off x="2529464" y="1637202"/>
            <a:ext cx="100443" cy="0"/>
          </a:xfrm>
          <a:prstGeom prst="line">
            <a:avLst/>
          </a:prstGeom>
          <a:noFill/>
          <a:ln w="181077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rot="-8434135">
            <a:off x="2453593" y="1571382"/>
            <a:ext cx="98594" cy="0"/>
          </a:xfrm>
          <a:prstGeom prst="line">
            <a:avLst/>
          </a:prstGeom>
          <a:noFill/>
          <a:ln w="174932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rot="-8889903">
            <a:off x="2377440" y="1508760"/>
            <a:ext cx="106541" cy="0"/>
          </a:xfrm>
          <a:prstGeom prst="line">
            <a:avLst/>
          </a:prstGeom>
          <a:noFill/>
          <a:ln w="162642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rot="-8912941">
            <a:off x="2286926" y="1452563"/>
            <a:ext cx="104055" cy="0"/>
          </a:xfrm>
          <a:prstGeom prst="line">
            <a:avLst/>
          </a:prstGeom>
          <a:noFill/>
          <a:ln w="156497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 rot="-8939874">
            <a:off x="2198158" y="1398270"/>
            <a:ext cx="101710" cy="0"/>
          </a:xfrm>
          <a:prstGeom prst="line">
            <a:avLst/>
          </a:prstGeom>
          <a:noFill/>
          <a:ln w="150352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 rot="-8970862">
            <a:off x="2110978" y="1345883"/>
            <a:ext cx="99508" cy="0"/>
          </a:xfrm>
          <a:prstGeom prst="line">
            <a:avLst/>
          </a:prstGeom>
          <a:noFill/>
          <a:ln w="144206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 rot="-9006046">
            <a:off x="2025227" y="1295400"/>
            <a:ext cx="97452" cy="0"/>
          </a:xfrm>
          <a:prstGeom prst="line">
            <a:avLst/>
          </a:prstGeom>
          <a:noFill/>
          <a:ln w="138061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 rot="-9045536">
            <a:off x="1940745" y="1246822"/>
            <a:ext cx="95545" cy="0"/>
          </a:xfrm>
          <a:prstGeom prst="line">
            <a:avLst/>
          </a:prstGeom>
          <a:noFill/>
          <a:ln w="131916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 rot="-9089409">
            <a:off x="1857375" y="1200150"/>
            <a:ext cx="93791" cy="0"/>
          </a:xfrm>
          <a:prstGeom prst="line">
            <a:avLst/>
          </a:prstGeom>
          <a:noFill/>
          <a:ln w="125771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 rot="-9137704">
            <a:off x="1774957" y="1155383"/>
            <a:ext cx="92194" cy="0"/>
          </a:xfrm>
          <a:prstGeom prst="line">
            <a:avLst/>
          </a:prstGeom>
          <a:noFill/>
          <a:ln w="119626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 rot="-9190410">
            <a:off x="1693333" y="1112520"/>
            <a:ext cx="90756" cy="0"/>
          </a:xfrm>
          <a:prstGeom prst="line">
            <a:avLst/>
          </a:prstGeom>
          <a:noFill/>
          <a:ln w="113481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 rot="-9247464">
            <a:off x="1612344" y="1071563"/>
            <a:ext cx="89484" cy="0"/>
          </a:xfrm>
          <a:prstGeom prst="line">
            <a:avLst/>
          </a:prstGeom>
          <a:noFill/>
          <a:ln w="107335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 rot="-9308748">
            <a:off x="1531832" y="1032510"/>
            <a:ext cx="88381" cy="0"/>
          </a:xfrm>
          <a:prstGeom prst="line">
            <a:avLst/>
          </a:prstGeom>
          <a:noFill/>
          <a:ln w="10119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 rot="-9374078">
            <a:off x="1451636" y="995363"/>
            <a:ext cx="87452" cy="0"/>
          </a:xfrm>
          <a:prstGeom prst="line">
            <a:avLst/>
          </a:prstGeom>
          <a:noFill/>
          <a:ln w="95045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 rot="-9317254">
            <a:off x="2834640" y="1874520"/>
            <a:ext cx="104678" cy="0"/>
          </a:xfrm>
          <a:prstGeom prst="line">
            <a:avLst/>
          </a:prstGeom>
          <a:noFill/>
          <a:ln w="1524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 rot="-9523158">
            <a:off x="2739549" y="1830758"/>
            <a:ext cx="109205" cy="0"/>
          </a:xfrm>
          <a:prstGeom prst="line">
            <a:avLst/>
          </a:prstGeom>
          <a:noFill/>
          <a:ln w="147562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rot="-9712216">
            <a:off x="2637790" y="1791123"/>
            <a:ext cx="113088" cy="0"/>
          </a:xfrm>
          <a:prstGeom prst="line">
            <a:avLst/>
          </a:prstGeom>
          <a:noFill/>
          <a:ln w="142724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 rot="-9889907">
            <a:off x="2530316" y="1755934"/>
            <a:ext cx="116288" cy="0"/>
          </a:xfrm>
          <a:prstGeom prst="line">
            <a:avLst/>
          </a:prstGeom>
          <a:noFill/>
          <a:ln w="137886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 rot="-10060730">
            <a:off x="2418080" y="1725507"/>
            <a:ext cx="118782" cy="0"/>
          </a:xfrm>
          <a:prstGeom prst="line">
            <a:avLst/>
          </a:prstGeom>
          <a:noFill/>
          <a:ln w="133048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 rot="-10228540">
            <a:off x="2302034" y="1700160"/>
            <a:ext cx="120566" cy="0"/>
          </a:xfrm>
          <a:prstGeom prst="line">
            <a:avLst/>
          </a:prstGeom>
          <a:noFill/>
          <a:ln w="12821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 rot="-10396798">
            <a:off x="2183130" y="1680210"/>
            <a:ext cx="121644" cy="0"/>
          </a:xfrm>
          <a:prstGeom prst="line">
            <a:avLst/>
          </a:prstGeom>
          <a:noFill/>
          <a:ln w="123371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 rot="-10568776">
            <a:off x="2062321" y="1665975"/>
            <a:ext cx="122037" cy="0"/>
          </a:xfrm>
          <a:prstGeom prst="line">
            <a:avLst/>
          </a:prstGeom>
          <a:noFill/>
          <a:ln w="118533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 rot="-10747713">
            <a:off x="1940560" y="1657773"/>
            <a:ext cx="121775" cy="0"/>
          </a:xfrm>
          <a:prstGeom prst="line">
            <a:avLst/>
          </a:prstGeom>
          <a:noFill/>
          <a:ln w="113695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 rot="10663044">
            <a:off x="1818799" y="1655921"/>
            <a:ext cx="120905" cy="0"/>
          </a:xfrm>
          <a:prstGeom prst="line">
            <a:avLst/>
          </a:prstGeom>
          <a:noFill/>
          <a:ln w="108857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 rot="10459940">
            <a:off x="1697990" y="1660737"/>
            <a:ext cx="119488" cy="0"/>
          </a:xfrm>
          <a:prstGeom prst="line">
            <a:avLst/>
          </a:prstGeom>
          <a:noFill/>
          <a:ln w="104019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 rot="10239126">
            <a:off x="1579086" y="1672537"/>
            <a:ext cx="117608" cy="0"/>
          </a:xfrm>
          <a:prstGeom prst="line">
            <a:avLst/>
          </a:prstGeom>
          <a:noFill/>
          <a:ln w="99181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 rot="10165165">
            <a:off x="1463040" y="1691640"/>
            <a:ext cx="104558" cy="0"/>
          </a:xfrm>
          <a:prstGeom prst="line">
            <a:avLst/>
          </a:prstGeom>
          <a:noFill/>
          <a:ln w="89505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 rot="10040963">
            <a:off x="1360259" y="1710839"/>
            <a:ext cx="104789" cy="0"/>
          </a:xfrm>
          <a:prstGeom prst="line">
            <a:avLst/>
          </a:prstGeom>
          <a:noFill/>
          <a:ln w="84667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 rot="9930039">
            <a:off x="1258014" y="1733788"/>
            <a:ext cx="104502" cy="0"/>
          </a:xfrm>
          <a:prstGeom prst="line">
            <a:avLst/>
          </a:prstGeom>
          <a:noFill/>
          <a:ln w="79829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 rot="9830666">
            <a:off x="1156841" y="1759952"/>
            <a:ext cx="103660" cy="0"/>
          </a:xfrm>
          <a:prstGeom prst="line">
            <a:avLst/>
          </a:prstGeom>
          <a:noFill/>
          <a:ln w="7499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 rot="9741383">
            <a:off x="1057275" y="1788795"/>
            <a:ext cx="102232" cy="0"/>
          </a:xfrm>
          <a:prstGeom prst="line">
            <a:avLst/>
          </a:prstGeom>
          <a:noFill/>
          <a:ln w="70152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 rot="9660961">
            <a:off x="959852" y="1819781"/>
            <a:ext cx="100194" cy="0"/>
          </a:xfrm>
          <a:prstGeom prst="line">
            <a:avLst/>
          </a:prstGeom>
          <a:noFill/>
          <a:ln w="65314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 rot="9588374">
            <a:off x="865108" y="1852374"/>
            <a:ext cx="97524" cy="0"/>
          </a:xfrm>
          <a:prstGeom prst="line">
            <a:avLst/>
          </a:prstGeom>
          <a:noFill/>
          <a:ln w="60476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 rot="9522776">
            <a:off x="773579" y="1886039"/>
            <a:ext cx="94206" cy="0"/>
          </a:xfrm>
          <a:prstGeom prst="line">
            <a:avLst/>
          </a:prstGeom>
          <a:noFill/>
          <a:ln w="55638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 rot="-2133183">
            <a:off x="2377440" y="1508760"/>
            <a:ext cx="114669" cy="0"/>
          </a:xfrm>
          <a:prstGeom prst="line">
            <a:avLst/>
          </a:prstGeom>
          <a:noFill/>
          <a:ln w="1524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 rot="-1980309">
            <a:off x="2470732" y="1442085"/>
            <a:ext cx="115409" cy="0"/>
          </a:xfrm>
          <a:prstGeom prst="line">
            <a:avLst/>
          </a:prstGeom>
          <a:noFill/>
          <a:ln w="148167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 rot="-1834447">
            <a:off x="2567517" y="1379220"/>
            <a:ext cx="116101" cy="0"/>
          </a:xfrm>
          <a:prstGeom prst="line">
            <a:avLst/>
          </a:prstGeom>
          <a:noFill/>
          <a:ln w="143933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 rot="-1694984">
            <a:off x="2667476" y="1320165"/>
            <a:ext cx="116719" cy="0"/>
          </a:xfrm>
          <a:prstGeom prst="line">
            <a:avLst/>
          </a:prstGeom>
          <a:noFill/>
          <a:ln w="1397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 rot="-1561289">
            <a:off x="2770293" y="1264920"/>
            <a:ext cx="117242" cy="0"/>
          </a:xfrm>
          <a:prstGeom prst="line">
            <a:avLst/>
          </a:prstGeom>
          <a:noFill/>
          <a:ln w="135467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 rot="-1432725">
            <a:off x="2875650" y="1213485"/>
            <a:ext cx="117650" cy="0"/>
          </a:xfrm>
          <a:prstGeom prst="line">
            <a:avLst/>
          </a:prstGeom>
          <a:noFill/>
          <a:ln w="131233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 rot="-1308657">
            <a:off x="2983230" y="1165860"/>
            <a:ext cx="117926" cy="0"/>
          </a:xfrm>
          <a:prstGeom prst="line">
            <a:avLst/>
          </a:prstGeom>
          <a:noFill/>
          <a:ln w="1270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 rot="-1188455">
            <a:off x="3092715" y="1122045"/>
            <a:ext cx="118057" cy="0"/>
          </a:xfrm>
          <a:prstGeom prst="line">
            <a:avLst/>
          </a:prstGeom>
          <a:noFill/>
          <a:ln w="122767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 rot="-1071492">
            <a:off x="3203787" y="1082040"/>
            <a:ext cx="118029" cy="0"/>
          </a:xfrm>
          <a:prstGeom prst="line">
            <a:avLst/>
          </a:prstGeom>
          <a:noFill/>
          <a:ln w="118533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 rot="-957148">
            <a:off x="3316129" y="1045845"/>
            <a:ext cx="117832" cy="0"/>
          </a:xfrm>
          <a:prstGeom prst="line">
            <a:avLst/>
          </a:prstGeom>
          <a:noFill/>
          <a:ln w="1143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 rot="-844804">
            <a:off x="3429423" y="1013460"/>
            <a:ext cx="117458" cy="0"/>
          </a:xfrm>
          <a:prstGeom prst="line">
            <a:avLst/>
          </a:prstGeom>
          <a:noFill/>
          <a:ln w="110067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 rot="-733837">
            <a:off x="3543353" y="984885"/>
            <a:ext cx="116900" cy="0"/>
          </a:xfrm>
          <a:prstGeom prst="line">
            <a:avLst/>
          </a:prstGeom>
          <a:noFill/>
          <a:ln w="105833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 rot="-440557">
            <a:off x="3657600" y="960120"/>
            <a:ext cx="134152" cy="0"/>
          </a:xfrm>
          <a:prstGeom prst="line">
            <a:avLst/>
          </a:prstGeom>
          <a:noFill/>
          <a:ln w="97367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 rot="-466565">
            <a:off x="3790652" y="942975"/>
            <a:ext cx="126717" cy="0"/>
          </a:xfrm>
          <a:prstGeom prst="line">
            <a:avLst/>
          </a:prstGeom>
          <a:noFill/>
          <a:ln w="93133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 rot="-491413">
            <a:off x="3916204" y="925830"/>
            <a:ext cx="120350" cy="0"/>
          </a:xfrm>
          <a:prstGeom prst="line">
            <a:avLst/>
          </a:prstGeom>
          <a:noFill/>
          <a:ln w="889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 rot="-514221">
            <a:off x="4035326" y="908685"/>
            <a:ext cx="115049" cy="0"/>
          </a:xfrm>
          <a:prstGeom prst="line">
            <a:avLst/>
          </a:prstGeom>
          <a:noFill/>
          <a:ln w="84667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 rot="-534037">
            <a:off x="4149090" y="891540"/>
            <a:ext cx="110812" cy="0"/>
          </a:xfrm>
          <a:prstGeom prst="line">
            <a:avLst/>
          </a:prstGeom>
          <a:noFill/>
          <a:ln w="80433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 rot="-549922">
            <a:off x="4258568" y="874395"/>
            <a:ext cx="107638" cy="0"/>
          </a:xfrm>
          <a:prstGeom prst="line">
            <a:avLst/>
          </a:prstGeom>
          <a:noFill/>
          <a:ln w="762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 rot="-561044">
            <a:off x="4364831" y="857250"/>
            <a:ext cx="105522" cy="0"/>
          </a:xfrm>
          <a:prstGeom prst="line">
            <a:avLst/>
          </a:prstGeom>
          <a:noFill/>
          <a:ln w="71967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 rot="-566773">
            <a:off x="4468951" y="840105"/>
            <a:ext cx="104465" cy="0"/>
          </a:xfrm>
          <a:prstGeom prst="line">
            <a:avLst/>
          </a:prstGeom>
          <a:noFill/>
          <a:ln w="67733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 rot="-1592757">
            <a:off x="3291840" y="2423160"/>
            <a:ext cx="122659" cy="0"/>
          </a:xfrm>
          <a:prstGeom prst="line">
            <a:avLst/>
          </a:prstGeom>
          <a:noFill/>
          <a:ln w="1778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 rot="-1585872">
            <a:off x="3401568" y="2368342"/>
            <a:ext cx="122537" cy="0"/>
          </a:xfrm>
          <a:prstGeom prst="line">
            <a:avLst/>
          </a:prstGeom>
          <a:noFill/>
          <a:ln w="16637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 rot="-1572062">
            <a:off x="3511296" y="2313798"/>
            <a:ext cx="122294" cy="0"/>
          </a:xfrm>
          <a:prstGeom prst="line">
            <a:avLst/>
          </a:prstGeom>
          <a:noFill/>
          <a:ln w="15494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 rot="-1551243">
            <a:off x="3621024" y="2259802"/>
            <a:ext cx="121932" cy="0"/>
          </a:xfrm>
          <a:prstGeom prst="line">
            <a:avLst/>
          </a:prstGeom>
          <a:noFill/>
          <a:ln w="14351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 rot="-1523294">
            <a:off x="3730752" y="2206630"/>
            <a:ext cx="121458" cy="0"/>
          </a:xfrm>
          <a:prstGeom prst="line">
            <a:avLst/>
          </a:prstGeom>
          <a:noFill/>
          <a:ln w="13208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 rot="-1488052">
            <a:off x="3840480" y="2154555"/>
            <a:ext cx="120876" cy="0"/>
          </a:xfrm>
          <a:prstGeom prst="line">
            <a:avLst/>
          </a:prstGeom>
          <a:noFill/>
          <a:ln w="12065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 rot="-1445317">
            <a:off x="3950208" y="2103852"/>
            <a:ext cx="120195" cy="0"/>
          </a:xfrm>
          <a:prstGeom prst="line">
            <a:avLst/>
          </a:prstGeom>
          <a:noFill/>
          <a:ln w="10922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 rot="-1394853">
            <a:off x="4059936" y="2054794"/>
            <a:ext cx="119424" cy="0"/>
          </a:xfrm>
          <a:prstGeom prst="line">
            <a:avLst/>
          </a:prstGeom>
          <a:noFill/>
          <a:ln w="9779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 rot="-1336391">
            <a:off x="4169664" y="2007657"/>
            <a:ext cx="118575" cy="0"/>
          </a:xfrm>
          <a:prstGeom prst="line">
            <a:avLst/>
          </a:prstGeom>
          <a:noFill/>
          <a:ln w="8636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 rot="-1269635">
            <a:off x="4279392" y="1962714"/>
            <a:ext cx="117662" cy="0"/>
          </a:xfrm>
          <a:prstGeom prst="line">
            <a:avLst/>
          </a:prstGeom>
          <a:noFill/>
          <a:ln w="7493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1554480" y="1051560"/>
            <a:ext cx="822960" cy="64008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/>
            </a:solidFill>
            <a:prstDash val="dash"/>
          </a:ln>
        </p:spPr>
      </p:sp>
      <p:sp>
        <p:nvSpPr>
          <p:cNvPr id="171" name="Text 169"/>
          <p:cNvSpPr/>
          <p:nvPr/>
        </p:nvSpPr>
        <p:spPr>
          <a:xfrm>
            <a:off x="1600200" y="1709928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</a:t>
            </a:r>
            <a:endParaRPr lang="en-US" sz="700" dirty="0"/>
          </a:p>
        </p:txBody>
      </p:sp>
      <p:sp>
        <p:nvSpPr>
          <p:cNvPr id="172" name="Shape 170"/>
          <p:cNvSpPr/>
          <p:nvPr/>
        </p:nvSpPr>
        <p:spPr>
          <a:xfrm rot="-7280992">
            <a:off x="7132320" y="1325880"/>
            <a:ext cx="91439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 rot="-7472498">
            <a:off x="7084748" y="1247791"/>
            <a:ext cx="90060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 rot="-7661868">
            <a:off x="7033683" y="1173607"/>
            <a:ext cx="88700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 rot="-7849543">
            <a:off x="6979444" y="1103424"/>
            <a:ext cx="87336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 rot="-8036093">
            <a:off x="6922347" y="1037336"/>
            <a:ext cx="85952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 rot="-8222219">
            <a:off x="6862710" y="975439"/>
            <a:ext cx="84531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 rot="-8408749">
            <a:off x="6800850" y="917829"/>
            <a:ext cx="83062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 rot="-8596642">
            <a:off x="6737085" y="864600"/>
            <a:ext cx="81533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 rot="-8786990">
            <a:off x="6671733" y="815848"/>
            <a:ext cx="79940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 rot="-8981034">
            <a:off x="6605111" y="771668"/>
            <a:ext cx="78279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 rot="-9180166">
            <a:off x="6537537" y="732155"/>
            <a:ext cx="76552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 rot="-9385943">
            <a:off x="6469327" y="697405"/>
            <a:ext cx="74763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 rot="-6000451">
            <a:off x="7680960" y="2971800"/>
            <a:ext cx="120617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 rot="-6063864">
            <a:off x="7659999" y="2853018"/>
            <a:ext cx="122763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 rot="-6126041">
            <a:off x="7636440" y="2732536"/>
            <a:ext cx="123833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 rot="-6188657">
            <a:off x="7610481" y="2611455"/>
            <a:ext cx="123826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 rot="-6253379">
            <a:off x="7582322" y="2490874"/>
            <a:ext cx="122744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 rot="-6322014">
            <a:off x="7552164" y="2371892"/>
            <a:ext cx="120594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 rot="-6396673">
            <a:off x="7520207" y="2255609"/>
            <a:ext cx="117383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 rot="-6479997">
            <a:off x="7486650" y="2143125"/>
            <a:ext cx="113122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 rot="-6575478">
            <a:off x="7451694" y="2035540"/>
            <a:ext cx="107829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 rot="-6687971">
            <a:off x="7415537" y="1933953"/>
            <a:ext cx="101532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 rot="-6824547">
            <a:off x="7378382" y="1839464"/>
            <a:ext cx="94270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 rot="-6995985">
            <a:off x="7340426" y="1753172"/>
            <a:ext cx="86108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 rot="-7219501">
            <a:off x="7301871" y="1676178"/>
            <a:ext cx="77154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 rot="-7523888">
            <a:off x="7262915" y="1609581"/>
            <a:ext cx="67596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 rot="-9206097">
            <a:off x="7315200" y="1143000"/>
            <a:ext cx="72082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 rot="-9206097">
            <a:off x="7250728" y="1110764"/>
            <a:ext cx="63696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 rot="-9206097">
            <a:off x="7193756" y="1082278"/>
            <a:ext cx="56508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 rot="-9206097">
            <a:off x="7143214" y="1057007"/>
            <a:ext cx="50517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 rot="-9206097">
            <a:off x="7098030" y="1034415"/>
            <a:ext cx="45725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 rot="-9206097">
            <a:off x="7057132" y="1013966"/>
            <a:ext cx="42131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 rot="-9206097">
            <a:off x="7019449" y="995124"/>
            <a:ext cx="39735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 rot="-9206097">
            <a:off x="6983909" y="977354"/>
            <a:ext cx="38537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 rot="-6612904">
            <a:off x="9052560" y="2971800"/>
            <a:ext cx="125176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 rot="-6810917">
            <a:off x="9009306" y="2854334"/>
            <a:ext cx="127450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 rot="-6989542">
            <a:off x="8958454" y="2737468"/>
            <a:ext cx="129237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 rot="-7152232">
            <a:off x="8900804" y="2621802"/>
            <a:ext cx="130448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 rot="-7302064">
            <a:off x="8837156" y="2507935"/>
            <a:ext cx="131015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 rot="-7441796">
            <a:off x="8768310" y="2396468"/>
            <a:ext cx="130883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 rot="-7573951">
            <a:off x="8695064" y="2287999"/>
            <a:ext cx="130010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 rot="-7700912">
            <a:off x="8618220" y="2183130"/>
            <a:ext cx="128365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 rot="-7825026">
            <a:off x="8538577" y="2082459"/>
            <a:ext cx="125925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 rot="-7948734">
            <a:off x="8456934" y="1986587"/>
            <a:ext cx="122672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 rot="-8074728">
            <a:off x="8374091" y="1896114"/>
            <a:ext cx="118598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 rot="-8206171">
            <a:off x="8290849" y="1811638"/>
            <a:ext cx="113700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 rot="-8347008">
            <a:off x="8208006" y="1733761"/>
            <a:ext cx="107987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 rot="-8502450">
            <a:off x="8126363" y="1663082"/>
            <a:ext cx="101475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 rot="-8865977">
            <a:off x="8046720" y="1600200"/>
            <a:ext cx="97290" cy="0"/>
          </a:xfrm>
          <a:prstGeom prst="line">
            <a:avLst/>
          </a:prstGeom>
          <a:noFill/>
          <a:ln w="57150">
            <a:solidFill>
              <a:srgbClr val="3DDC84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 rot="-9078692">
            <a:off x="7964424" y="1548308"/>
            <a:ext cx="93812" cy="0"/>
          </a:xfrm>
          <a:prstGeom prst="line">
            <a:avLst/>
          </a:prstGeom>
          <a:noFill/>
          <a:ln w="57150">
            <a:solidFill>
              <a:srgbClr val="3DDC84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 rot="-9354285">
            <a:off x="7882128" y="1503274"/>
            <a:ext cx="90151" cy="0"/>
          </a:xfrm>
          <a:prstGeom prst="line">
            <a:avLst/>
          </a:prstGeom>
          <a:noFill/>
          <a:ln w="57150">
            <a:solidFill>
              <a:srgbClr val="3DDC84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 rot="-9702505">
            <a:off x="7799832" y="1466469"/>
            <a:ext cx="86676" cy="0"/>
          </a:xfrm>
          <a:prstGeom prst="line">
            <a:avLst/>
          </a:prstGeom>
          <a:noFill/>
          <a:ln w="57150">
            <a:solidFill>
              <a:srgbClr val="3DDC84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 rot="-10130591">
            <a:off x="7717536" y="1439266"/>
            <a:ext cx="83881" cy="0"/>
          </a:xfrm>
          <a:prstGeom prst="line">
            <a:avLst/>
          </a:prstGeom>
          <a:noFill/>
          <a:ln w="57150">
            <a:solidFill>
              <a:srgbClr val="3DDC84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 rot="-10637782">
            <a:off x="7635240" y="1423035"/>
            <a:ext cx="82388" cy="0"/>
          </a:xfrm>
          <a:prstGeom prst="line">
            <a:avLst/>
          </a:prstGeom>
          <a:noFill/>
          <a:ln w="57150">
            <a:solidFill>
              <a:srgbClr val="3DDC84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 rot="10391316">
            <a:off x="7552944" y="1419149"/>
            <a:ext cx="82881" cy="0"/>
          </a:xfrm>
          <a:prstGeom prst="line">
            <a:avLst/>
          </a:prstGeom>
          <a:noFill/>
          <a:ln w="57150">
            <a:solidFill>
              <a:srgbClr val="3DDC84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 rot="9789291">
            <a:off x="7470648" y="1428979"/>
            <a:ext cx="85986" cy="0"/>
          </a:xfrm>
          <a:prstGeom prst="line">
            <a:avLst/>
          </a:prstGeom>
          <a:noFill/>
          <a:ln w="57150">
            <a:solidFill>
              <a:srgbClr val="3DDC84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 rot="9198466">
            <a:off x="7388352" y="1453896"/>
            <a:ext cx="92112" cy="0"/>
          </a:xfrm>
          <a:prstGeom prst="line">
            <a:avLst/>
          </a:prstGeom>
          <a:noFill/>
          <a:ln w="57150">
            <a:solidFill>
              <a:srgbClr val="3DDC84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 rot="8656025">
            <a:off x="7306056" y="1495273"/>
            <a:ext cx="101381" cy="0"/>
          </a:xfrm>
          <a:prstGeom prst="line">
            <a:avLst/>
          </a:prstGeom>
          <a:noFill/>
          <a:ln w="57150">
            <a:solidFill>
              <a:srgbClr val="3DDC84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 rot="-9221367">
            <a:off x="7498080" y="1325880"/>
            <a:ext cx="71923" cy="0"/>
          </a:xfrm>
          <a:prstGeom prst="line">
            <a:avLst/>
          </a:prstGeom>
          <a:noFill/>
          <a:ln w="57150">
            <a:solidFill>
              <a:srgbClr val="3DDC84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 rot="-9328900">
            <a:off x="7433608" y="1294001"/>
            <a:ext cx="62618" cy="0"/>
          </a:xfrm>
          <a:prstGeom prst="line">
            <a:avLst/>
          </a:prstGeom>
          <a:noFill/>
          <a:ln w="57150">
            <a:solidFill>
              <a:srgbClr val="3DDC84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 rot="-9594678">
            <a:off x="7376636" y="1268016"/>
            <a:ext cx="53816" cy="0"/>
          </a:xfrm>
          <a:prstGeom prst="line">
            <a:avLst/>
          </a:prstGeom>
          <a:noFill/>
          <a:ln w="57150">
            <a:solidFill>
              <a:srgbClr val="3DDC84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 rot="-10096616">
            <a:off x="7326094" y="1249531"/>
            <a:ext cx="46147" cy="0"/>
          </a:xfrm>
          <a:prstGeom prst="line">
            <a:avLst/>
          </a:prstGeom>
          <a:noFill/>
          <a:ln w="57150">
            <a:solidFill>
              <a:srgbClr val="3DDC84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 rot="10687450">
            <a:off x="7280910" y="1240155"/>
            <a:ext cx="40920" cy="0"/>
          </a:xfrm>
          <a:prstGeom prst="line">
            <a:avLst/>
          </a:prstGeom>
          <a:noFill/>
          <a:ln w="57150">
            <a:solidFill>
              <a:srgbClr val="3DDC84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 rot="9604285">
            <a:off x="7240012" y="1241494"/>
            <a:ext cx="40084" cy="0"/>
          </a:xfrm>
          <a:prstGeom prst="line">
            <a:avLst/>
          </a:prstGeom>
          <a:noFill/>
          <a:ln w="57150">
            <a:solidFill>
              <a:srgbClr val="3DDC84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 rot="8530493">
            <a:off x="7202329" y="1255157"/>
            <a:ext cx="44994" cy="0"/>
          </a:xfrm>
          <a:prstGeom prst="line">
            <a:avLst/>
          </a:prstGeom>
          <a:noFill/>
          <a:ln w="57150">
            <a:solidFill>
              <a:srgbClr val="3DDC84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 rot="7717852">
            <a:off x="7166789" y="1282750"/>
            <a:ext cx="55212" cy="0"/>
          </a:xfrm>
          <a:prstGeom prst="line">
            <a:avLst/>
          </a:prstGeom>
          <a:noFill/>
          <a:ln w="57150">
            <a:solidFill>
              <a:srgbClr val="3DDC84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 rot="-2220225">
            <a:off x="7406640" y="1783080"/>
            <a:ext cx="99854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 rot="-2229270">
            <a:off x="7486383" y="1722981"/>
            <a:ext cx="103314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 rot="-2228788">
            <a:off x="7568726" y="1660582"/>
            <a:ext cx="106314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 rot="-2219561">
            <a:off x="7653468" y="1596384"/>
            <a:ext cx="108852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 rot="-2202073">
            <a:off x="7740409" y="1530887"/>
            <a:ext cx="110931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 rot="-2176571">
            <a:off x="7829350" y="1464590"/>
            <a:ext cx="112557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 rot="-2143092">
            <a:off x="7920090" y="1397992"/>
            <a:ext cx="113733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 rot="-2101489">
            <a:off x="8012430" y="1331595"/>
            <a:ext cx="114469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 rot="-2051440">
            <a:off x="8106169" y="1265897"/>
            <a:ext cx="114775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 rot="-1992447">
            <a:off x="8201108" y="1201400"/>
            <a:ext cx="114664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 rot="-1923833">
            <a:off x="8297047" y="1138601"/>
            <a:ext cx="114152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 rot="-1844728">
            <a:off x="8393785" y="1078002"/>
            <a:ext cx="113257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 rot="-1754055">
            <a:off x="8491124" y="1020103"/>
            <a:ext cx="112004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 rot="-1650509">
            <a:off x="8588862" y="965402"/>
            <a:ext cx="110422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 rot="-1536131">
            <a:off x="8686800" y="914400"/>
            <a:ext cx="114070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 rot="-1417763">
            <a:off x="8789670" y="865108"/>
            <a:ext cx="112284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 rot="-1295719">
            <a:off x="8892540" y="820103"/>
            <a:ext cx="110636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 rot="-1170147">
            <a:off x="8995410" y="779383"/>
            <a:ext cx="109131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 rot="-1041241">
            <a:off x="9098280" y="742950"/>
            <a:ext cx="107776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 rot="-909244">
            <a:off x="9201150" y="710803"/>
            <a:ext cx="106576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 rot="-774445">
            <a:off x="9304020" y="682943"/>
            <a:ext cx="105537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 rot="-637179">
            <a:off x="9406890" y="659368"/>
            <a:ext cx="104663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 rot="-8879677">
            <a:off x="7132320" y="1325880"/>
            <a:ext cx="121309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 rot="-9093424">
            <a:off x="7029450" y="1261586"/>
            <a:ext cx="116992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 rot="-9322586">
            <a:off x="6926580" y="1205865"/>
            <a:ext cx="113160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 rot="-9566637">
            <a:off x="6823710" y="1158716"/>
            <a:ext cx="109865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 rot="-9824388">
            <a:off x="6720840" y="1120140"/>
            <a:ext cx="107156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 rot="-10093903">
            <a:off x="6617970" y="1090136"/>
            <a:ext cx="105079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 rot="-10372499">
            <a:off x="6515100" y="1068705"/>
            <a:ext cx="103671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 rot="-10656843">
            <a:off x="6412230" y="1055846"/>
            <a:ext cx="102959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 rot="-4061112">
            <a:off x="8229600" y="1143000"/>
            <a:ext cx="90309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 rot="-3992927">
            <a:off x="8263890" y="1059454"/>
            <a:ext cx="86163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 rot="-3914120">
            <a:off x="8298180" y="980408"/>
            <a:ext cx="81859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 rot="-3822413">
            <a:off x="8332470" y="906078"/>
            <a:ext cx="77410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 rot="-3714857">
            <a:off x="8366760" y="836676"/>
            <a:ext cx="72835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 rot="-3587597">
            <a:off x="8401050" y="772418"/>
            <a:ext cx="68155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 rot="-3435537">
            <a:off x="8435340" y="713518"/>
            <a:ext cx="63401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 rot="-3251911">
            <a:off x="8469630" y="660190"/>
            <a:ext cx="58618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 rot="-9317254">
            <a:off x="8412480" y="1874520"/>
            <a:ext cx="104678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 rot="-9523158">
            <a:off x="8317389" y="1830758"/>
            <a:ext cx="109205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 rot="-9712216">
            <a:off x="8215630" y="1791123"/>
            <a:ext cx="113088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 rot="-9889907">
            <a:off x="8108156" y="1755934"/>
            <a:ext cx="116288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 rot="-10060730">
            <a:off x="7995920" y="1725507"/>
            <a:ext cx="118782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 rot="-10228540">
            <a:off x="7879874" y="1700160"/>
            <a:ext cx="120566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 rot="-10396798">
            <a:off x="7760970" y="1680210"/>
            <a:ext cx="121644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 rot="-10568776">
            <a:off x="7640161" y="1665975"/>
            <a:ext cx="122037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 rot="-10747713">
            <a:off x="7518400" y="1657773"/>
            <a:ext cx="121775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 rot="10663044">
            <a:off x="7396639" y="1655921"/>
            <a:ext cx="120905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 rot="10459940">
            <a:off x="7275830" y="1660737"/>
            <a:ext cx="119488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 rot="10239126">
            <a:off x="7156926" y="1672537"/>
            <a:ext cx="117608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 rot="10165165">
            <a:off x="7040880" y="1691640"/>
            <a:ext cx="104558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 rot="10040963">
            <a:off x="6938099" y="1710839"/>
            <a:ext cx="104789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 rot="9930039">
            <a:off x="6835854" y="1733788"/>
            <a:ext cx="104502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 rot="9830666">
            <a:off x="6734681" y="1759952"/>
            <a:ext cx="103660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 rot="9741383">
            <a:off x="6635115" y="1788795"/>
            <a:ext cx="102232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 rot="9660961">
            <a:off x="6537692" y="1819781"/>
            <a:ext cx="100194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 rot="9588374">
            <a:off x="6442948" y="1852374"/>
            <a:ext cx="97524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 rot="9522776">
            <a:off x="6351419" y="1886039"/>
            <a:ext cx="94206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 rot="-2133183">
            <a:off x="7955280" y="1508760"/>
            <a:ext cx="114669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 rot="-1980309">
            <a:off x="8048572" y="1442085"/>
            <a:ext cx="115409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 rot="-1834447">
            <a:off x="8145357" y="1379220"/>
            <a:ext cx="116101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 rot="-1694984">
            <a:off x="8245316" y="1320165"/>
            <a:ext cx="116719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 rot="-1561289">
            <a:off x="8348133" y="1264920"/>
            <a:ext cx="117242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 rot="-1432725">
            <a:off x="8453490" y="1213485"/>
            <a:ext cx="117650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 rot="-1308657">
            <a:off x="8561070" y="1165860"/>
            <a:ext cx="117926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 rot="-1188455">
            <a:off x="8670555" y="1122045"/>
            <a:ext cx="118057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 rot="-1071492">
            <a:off x="8781627" y="1082040"/>
            <a:ext cx="118029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 rot="-957148">
            <a:off x="8893969" y="1045845"/>
            <a:ext cx="117832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 rot="-844804">
            <a:off x="9007263" y="1013460"/>
            <a:ext cx="117458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 rot="-733837">
            <a:off x="9121193" y="984885"/>
            <a:ext cx="116900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 rot="-440557">
            <a:off x="9235440" y="960120"/>
            <a:ext cx="134152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 rot="-466565">
            <a:off x="9368492" y="942975"/>
            <a:ext cx="126717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 rot="-491413">
            <a:off x="9494044" y="925830"/>
            <a:ext cx="120350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 rot="-514221">
            <a:off x="9613166" y="908685"/>
            <a:ext cx="115049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 rot="-534037">
            <a:off x="9726930" y="891540"/>
            <a:ext cx="110812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 rot="-549922">
            <a:off x="9836408" y="874395"/>
            <a:ext cx="107638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 rot="-561044">
            <a:off x="9942671" y="857250"/>
            <a:ext cx="105522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 rot="-566773">
            <a:off x="10046791" y="840105"/>
            <a:ext cx="104465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 rot="-1592757">
            <a:off x="8869680" y="2423160"/>
            <a:ext cx="122659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 rot="-1585872">
            <a:off x="8979408" y="2368342"/>
            <a:ext cx="122537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 rot="-1572062">
            <a:off x="9089136" y="2313798"/>
            <a:ext cx="122294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 rot="-1551243">
            <a:off x="9198864" y="2259802"/>
            <a:ext cx="121932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 rot="-1523294">
            <a:off x="9308592" y="2206630"/>
            <a:ext cx="121458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 rot="-1488052">
            <a:off x="9418320" y="2154555"/>
            <a:ext cx="120876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 rot="-1445317">
            <a:off x="9528048" y="2103852"/>
            <a:ext cx="120195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 rot="-1394853">
            <a:off x="9637776" y="2054794"/>
            <a:ext cx="119424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 rot="-1336391">
            <a:off x="9747504" y="2007657"/>
            <a:ext cx="118575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 rot="-1269635">
            <a:off x="9857232" y="1962714"/>
            <a:ext cx="117662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7086600" y="1417320"/>
            <a:ext cx="274320" cy="274320"/>
          </a:xfrm>
          <a:prstGeom prst="ellipse">
            <a:avLst/>
          </a:prstGeom>
          <a:solidFill>
            <a:srgbClr val="330000"/>
          </a:solidFill>
          <a:ln w="31750">
            <a:solidFill>
              <a:srgbClr val="FF4444"/>
            </a:solidFill>
            <a:prstDash val="solid"/>
          </a:ln>
        </p:spPr>
      </p:sp>
      <p:sp>
        <p:nvSpPr>
          <p:cNvPr id="327" name="Text 325"/>
          <p:cNvSpPr/>
          <p:nvPr/>
        </p:nvSpPr>
        <p:spPr>
          <a:xfrm>
            <a:off x="7141464" y="1453896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328" name="Shape 326"/>
          <p:cNvSpPr/>
          <p:nvPr/>
        </p:nvSpPr>
        <p:spPr>
          <a:xfrm>
            <a:off x="7360920" y="1188720"/>
            <a:ext cx="274320" cy="274320"/>
          </a:xfrm>
          <a:prstGeom prst="ellipse">
            <a:avLst/>
          </a:prstGeom>
          <a:solidFill>
            <a:srgbClr val="330000"/>
          </a:solidFill>
          <a:ln w="31750">
            <a:solidFill>
              <a:srgbClr val="FF4444"/>
            </a:solidFill>
            <a:prstDash val="solid"/>
          </a:ln>
        </p:spPr>
      </p:sp>
      <p:sp>
        <p:nvSpPr>
          <p:cNvPr id="329" name="Text 327"/>
          <p:cNvSpPr/>
          <p:nvPr/>
        </p:nvSpPr>
        <p:spPr>
          <a:xfrm>
            <a:off x="7415784" y="1225296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330" name="Text 328"/>
          <p:cNvSpPr/>
          <p:nvPr/>
        </p:nvSpPr>
        <p:spPr>
          <a:xfrm>
            <a:off x="8503920" y="914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4444"/>
                </a:solidFill>
              </a:rPr>
              <a:t>False junctions
</a:t>
            </a:r>
            <a:pPr indent="0" marL="0">
              <a:buNone/>
            </a:pPr>
            <a:r>
              <a:rPr lang="en-US" sz="700" dirty="0">
                <a:solidFill>
                  <a:srgbClr val="CC6666"/>
                </a:solidFill>
              </a:rPr>
              <a:t>Overlapping vessels at</a:t>
            </a:r>
            <a:endParaRPr lang="en-US" sz="850" dirty="0"/>
          </a:p>
          <a:p>
            <a:pPr indent="0" marL="0">
              <a:buNone/>
            </a:pPr>
            <a:r>
              <a:rPr lang="en-US" sz="700" dirty="0">
                <a:solidFill>
                  <a:srgbClr val="CC6666"/>
                </a:solidFill>
              </a:rPr>
              <a:t>different z-depths</a:t>
            </a:r>
            <a:endParaRPr lang="en-US" sz="850" dirty="0"/>
          </a:p>
          <a:p>
            <a:pPr indent="0" marL="0">
              <a:buNone/>
            </a:pPr>
            <a:r>
              <a:rPr lang="en-US" sz="700" dirty="0">
                <a:solidFill>
                  <a:srgbClr val="CC6666"/>
                </a:solidFill>
              </a:rPr>
              <a:t>→ false intersections</a:t>
            </a:r>
            <a:endParaRPr lang="en-US" sz="850" dirty="0"/>
          </a:p>
        </p:txBody>
      </p:sp>
      <p:sp>
        <p:nvSpPr>
          <p:cNvPr id="331" name="Shape 329"/>
          <p:cNvSpPr/>
          <p:nvPr/>
        </p:nvSpPr>
        <p:spPr>
          <a:xfrm rot="10261642">
            <a:off x="8503920" y="1234440"/>
            <a:ext cx="879442" cy="0"/>
          </a:xfrm>
          <a:prstGeom prst="line">
            <a:avLst/>
          </a:prstGeom>
          <a:noFill/>
          <a:ln w="15240">
            <a:solidFill>
              <a:srgbClr val="FF4444"/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6675120" y="187452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000000">
              <a:alpha val="50000"/>
            </a:srgbClr>
          </a:solidFill>
          <a:ln w="10160">
            <a:solidFill>
              <a:srgbClr val="F5C542"/>
            </a:solidFill>
            <a:prstDash val="dash"/>
          </a:ln>
        </p:spPr>
      </p:sp>
      <p:sp>
        <p:nvSpPr>
          <p:cNvPr id="333" name="Text 331"/>
          <p:cNvSpPr/>
          <p:nvPr/>
        </p:nvSpPr>
        <p:spPr>
          <a:xfrm>
            <a:off x="6675120" y="18745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= 1 skeleton → length lost</a:t>
            </a:r>
            <a:endParaRPr lang="en-US" sz="650" dirty="0"/>
          </a:p>
        </p:txBody>
      </p:sp>
      <p:sp>
        <p:nvSpPr>
          <p:cNvPr id="334" name="Shape 332"/>
          <p:cNvSpPr/>
          <p:nvPr/>
        </p:nvSpPr>
        <p:spPr>
          <a:xfrm rot="-5827501">
            <a:off x="7406640" y="1874520"/>
            <a:ext cx="368606" cy="0"/>
          </a:xfrm>
          <a:prstGeom prst="line">
            <a:avLst/>
          </a:prstGeom>
          <a:noFill/>
          <a:ln w="12700">
            <a:solidFill>
              <a:srgbClr val="F5C542"/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7342632" y="1719072"/>
            <a:ext cx="128016" cy="128016"/>
          </a:xfrm>
          <a:prstGeom prst="ellipse">
            <a:avLst/>
          </a:prstGeom>
          <a:solidFill>
            <a:srgbClr val="1A6B3A"/>
          </a:solidFill>
          <a:ln w="19050">
            <a:solidFill>
              <a:srgbClr val="3DDC84"/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>
            <a:off x="7068312" y="1261872"/>
            <a:ext cx="128016" cy="128016"/>
          </a:xfrm>
          <a:prstGeom prst="ellipse">
            <a:avLst/>
          </a:prstGeom>
          <a:solidFill>
            <a:srgbClr val="1A6B3A"/>
          </a:solidFill>
          <a:ln w="19050">
            <a:solidFill>
              <a:srgbClr val="3DDC84"/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>
            <a:off x="8165592" y="1078992"/>
            <a:ext cx="128016" cy="128016"/>
          </a:xfrm>
          <a:prstGeom prst="ellipse">
            <a:avLst/>
          </a:prstGeom>
          <a:solidFill>
            <a:srgbClr val="1A6B3A"/>
          </a:solidFill>
          <a:ln w="19050">
            <a:solidFill>
              <a:srgbClr val="3DDC84"/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8348472" y="1810512"/>
            <a:ext cx="128016" cy="128016"/>
          </a:xfrm>
          <a:prstGeom prst="ellipse">
            <a:avLst/>
          </a:prstGeom>
          <a:solidFill>
            <a:srgbClr val="1A6B3A"/>
          </a:solidFill>
          <a:ln w="19050">
            <a:solidFill>
              <a:srgbClr val="3DDC84"/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7891272" y="1444752"/>
            <a:ext cx="128016" cy="128016"/>
          </a:xfrm>
          <a:prstGeom prst="ellipse">
            <a:avLst/>
          </a:prstGeom>
          <a:solidFill>
            <a:srgbClr val="1A6B3A"/>
          </a:solidFill>
          <a:ln w="19050">
            <a:solidFill>
              <a:srgbClr val="3DDC84"/>
            </a:solidFill>
            <a:prstDash val="solid"/>
          </a:ln>
        </p:spPr>
      </p:sp>
      <p:sp>
        <p:nvSpPr>
          <p:cNvPr id="340" name="Shape 338"/>
          <p:cNvSpPr/>
          <p:nvPr/>
        </p:nvSpPr>
        <p:spPr>
          <a:xfrm>
            <a:off x="8805672" y="2359152"/>
            <a:ext cx="128016" cy="128016"/>
          </a:xfrm>
          <a:prstGeom prst="ellipse">
            <a:avLst/>
          </a:prstGeom>
          <a:solidFill>
            <a:srgbClr val="1A6B3A"/>
          </a:solidFill>
          <a:ln w="19050">
            <a:solidFill>
              <a:srgbClr val="3DDC84"/>
            </a:solidFill>
            <a:prstDash val="solid"/>
          </a:ln>
        </p:spPr>
      </p:sp>
      <p:sp>
        <p:nvSpPr>
          <p:cNvPr id="341" name="Shape 339"/>
          <p:cNvSpPr/>
          <p:nvPr/>
        </p:nvSpPr>
        <p:spPr>
          <a:xfrm>
            <a:off x="6350508" y="617220"/>
            <a:ext cx="100584" cy="100584"/>
          </a:xfrm>
          <a:prstGeom prst="ellipse">
            <a:avLst/>
          </a:prstGeom>
          <a:solidFill>
            <a:srgbClr val="2222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2" name="Shape 340"/>
          <p:cNvSpPr/>
          <p:nvPr/>
        </p:nvSpPr>
        <p:spPr>
          <a:xfrm>
            <a:off x="9459468" y="589788"/>
            <a:ext cx="100584" cy="100584"/>
          </a:xfrm>
          <a:prstGeom prst="ellipse">
            <a:avLst/>
          </a:prstGeom>
          <a:solidFill>
            <a:srgbClr val="2222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3" name="Shape 341"/>
          <p:cNvSpPr/>
          <p:nvPr/>
        </p:nvSpPr>
        <p:spPr>
          <a:xfrm>
            <a:off x="6259068" y="1001268"/>
            <a:ext cx="100584" cy="100584"/>
          </a:xfrm>
          <a:prstGeom prst="ellipse">
            <a:avLst/>
          </a:prstGeom>
          <a:solidFill>
            <a:srgbClr val="2222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>
            <a:off x="8453628" y="562356"/>
            <a:ext cx="100584" cy="100584"/>
          </a:xfrm>
          <a:prstGeom prst="ellipse">
            <a:avLst/>
          </a:prstGeom>
          <a:solidFill>
            <a:srgbClr val="2222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>
            <a:off x="6899148" y="909828"/>
            <a:ext cx="100584" cy="100584"/>
          </a:xfrm>
          <a:prstGeom prst="ellipse">
            <a:avLst/>
          </a:prstGeom>
          <a:solidFill>
            <a:srgbClr val="2222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6213348" y="1869948"/>
            <a:ext cx="100584" cy="100584"/>
          </a:xfrm>
          <a:prstGeom prst="ellipse">
            <a:avLst/>
          </a:prstGeom>
          <a:solidFill>
            <a:srgbClr val="2222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7" name="Shape 345"/>
          <p:cNvSpPr/>
          <p:nvPr/>
        </p:nvSpPr>
        <p:spPr>
          <a:xfrm>
            <a:off x="10099548" y="772668"/>
            <a:ext cx="100584" cy="100584"/>
          </a:xfrm>
          <a:prstGeom prst="ellipse">
            <a:avLst/>
          </a:prstGeom>
          <a:solidFill>
            <a:srgbClr val="2222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8" name="Shape 346"/>
          <p:cNvSpPr/>
          <p:nvPr/>
        </p:nvSpPr>
        <p:spPr>
          <a:xfrm>
            <a:off x="9916668" y="1869948"/>
            <a:ext cx="100584" cy="100584"/>
          </a:xfrm>
          <a:prstGeom prst="ellipse">
            <a:avLst/>
          </a:prstGeom>
          <a:solidFill>
            <a:srgbClr val="2222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>
            <a:off x="7630668" y="2921508"/>
            <a:ext cx="100584" cy="100584"/>
          </a:xfrm>
          <a:prstGeom prst="ellipse">
            <a:avLst/>
          </a:prstGeom>
          <a:solidFill>
            <a:srgbClr val="2222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9002268" y="2921508"/>
            <a:ext cx="100584" cy="100584"/>
          </a:xfrm>
          <a:prstGeom prst="ellipse">
            <a:avLst/>
          </a:prstGeom>
          <a:solidFill>
            <a:srgbClr val="2222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 rot="-5990989">
            <a:off x="2103120" y="6080760"/>
            <a:ext cx="84188" cy="0"/>
          </a:xfrm>
          <a:prstGeom prst="line">
            <a:avLst/>
          </a:prstGeom>
          <a:noFill/>
          <a:ln w="3048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52" name="Shape 350"/>
          <p:cNvSpPr/>
          <p:nvPr/>
        </p:nvSpPr>
        <p:spPr>
          <a:xfrm rot="-6037264">
            <a:off x="2088718" y="5997812"/>
            <a:ext cx="85580" cy="0"/>
          </a:xfrm>
          <a:prstGeom prst="line">
            <a:avLst/>
          </a:prstGeom>
          <a:noFill/>
          <a:ln w="298642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53" name="Shape 351"/>
          <p:cNvSpPr/>
          <p:nvPr/>
        </p:nvSpPr>
        <p:spPr>
          <a:xfrm rot="-6083657">
            <a:off x="2072945" y="5913699"/>
            <a:ext cx="86784" cy="0"/>
          </a:xfrm>
          <a:prstGeom prst="line">
            <a:avLst/>
          </a:prstGeom>
          <a:noFill/>
          <a:ln w="292485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54" name="Shape 352"/>
          <p:cNvSpPr/>
          <p:nvPr/>
        </p:nvSpPr>
        <p:spPr>
          <a:xfrm rot="-6130468">
            <a:off x="2055800" y="5828626"/>
            <a:ext cx="87803" cy="0"/>
          </a:xfrm>
          <a:prstGeom prst="line">
            <a:avLst/>
          </a:prstGeom>
          <a:noFill/>
          <a:ln w="286327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55" name="Shape 353"/>
          <p:cNvSpPr/>
          <p:nvPr/>
        </p:nvSpPr>
        <p:spPr>
          <a:xfrm rot="-6177982">
            <a:off x="2037283" y="5742798"/>
            <a:ext cx="88637" cy="0"/>
          </a:xfrm>
          <a:prstGeom prst="line">
            <a:avLst/>
          </a:prstGeom>
          <a:noFill/>
          <a:ln w="28017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56" name="Shape 354"/>
          <p:cNvSpPr/>
          <p:nvPr/>
        </p:nvSpPr>
        <p:spPr>
          <a:xfrm rot="-6226485">
            <a:off x="2017395" y="5656421"/>
            <a:ext cx="89287" cy="0"/>
          </a:xfrm>
          <a:prstGeom prst="line">
            <a:avLst/>
          </a:prstGeom>
          <a:noFill/>
          <a:ln w="274012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57" name="Shape 355"/>
          <p:cNvSpPr/>
          <p:nvPr/>
        </p:nvSpPr>
        <p:spPr>
          <a:xfrm rot="-6276258">
            <a:off x="1996135" y="5569702"/>
            <a:ext cx="89757" cy="0"/>
          </a:xfrm>
          <a:prstGeom prst="line">
            <a:avLst/>
          </a:prstGeom>
          <a:noFill/>
          <a:ln w="267855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58" name="Shape 356"/>
          <p:cNvSpPr/>
          <p:nvPr/>
        </p:nvSpPr>
        <p:spPr>
          <a:xfrm rot="-6327593">
            <a:off x="1973504" y="5482845"/>
            <a:ext cx="90046" cy="0"/>
          </a:xfrm>
          <a:prstGeom prst="line">
            <a:avLst/>
          </a:prstGeom>
          <a:noFill/>
          <a:ln w="261697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59" name="Shape 357"/>
          <p:cNvSpPr/>
          <p:nvPr/>
        </p:nvSpPr>
        <p:spPr>
          <a:xfrm rot="-6380790">
            <a:off x="1949501" y="5396057"/>
            <a:ext cx="90158" cy="0"/>
          </a:xfrm>
          <a:prstGeom prst="line">
            <a:avLst/>
          </a:prstGeom>
          <a:noFill/>
          <a:ln w="255539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60" name="Shape 358"/>
          <p:cNvSpPr/>
          <p:nvPr/>
        </p:nvSpPr>
        <p:spPr>
          <a:xfrm rot="-6436168">
            <a:off x="1924126" y="5309544"/>
            <a:ext cx="90095" cy="0"/>
          </a:xfrm>
          <a:prstGeom prst="line">
            <a:avLst/>
          </a:prstGeom>
          <a:noFill/>
          <a:ln w="249382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61" name="Shape 359"/>
          <p:cNvSpPr/>
          <p:nvPr/>
        </p:nvSpPr>
        <p:spPr>
          <a:xfrm rot="-6494067">
            <a:off x="1897380" y="5223510"/>
            <a:ext cx="89860" cy="0"/>
          </a:xfrm>
          <a:prstGeom prst="line">
            <a:avLst/>
          </a:prstGeom>
          <a:noFill/>
          <a:ln w="243224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62" name="Shape 360"/>
          <p:cNvSpPr/>
          <p:nvPr/>
        </p:nvSpPr>
        <p:spPr>
          <a:xfrm rot="-6554853">
            <a:off x="1869262" y="5138162"/>
            <a:ext cx="89457" cy="0"/>
          </a:xfrm>
          <a:prstGeom prst="line">
            <a:avLst/>
          </a:prstGeom>
          <a:noFill/>
          <a:ln w="237067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63" name="Shape 361"/>
          <p:cNvSpPr/>
          <p:nvPr/>
        </p:nvSpPr>
        <p:spPr>
          <a:xfrm rot="-6618928">
            <a:off x="1839773" y="5053706"/>
            <a:ext cx="88888" cy="0"/>
          </a:xfrm>
          <a:prstGeom prst="line">
            <a:avLst/>
          </a:prstGeom>
          <a:noFill/>
          <a:ln w="230909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64" name="Shape 362"/>
          <p:cNvSpPr/>
          <p:nvPr/>
        </p:nvSpPr>
        <p:spPr>
          <a:xfrm rot="-6686731">
            <a:off x="1808912" y="4970347"/>
            <a:ext cx="88160" cy="0"/>
          </a:xfrm>
          <a:prstGeom prst="line">
            <a:avLst/>
          </a:prstGeom>
          <a:noFill/>
          <a:ln w="224752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65" name="Shape 363"/>
          <p:cNvSpPr/>
          <p:nvPr/>
        </p:nvSpPr>
        <p:spPr>
          <a:xfrm rot="-6758750">
            <a:off x="1776679" y="4888291"/>
            <a:ext cx="87276" cy="0"/>
          </a:xfrm>
          <a:prstGeom prst="line">
            <a:avLst/>
          </a:prstGeom>
          <a:noFill/>
          <a:ln w="218594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66" name="Shape 364"/>
          <p:cNvSpPr/>
          <p:nvPr/>
        </p:nvSpPr>
        <p:spPr>
          <a:xfrm rot="-6835529">
            <a:off x="1743075" y="4807744"/>
            <a:ext cx="86243" cy="0"/>
          </a:xfrm>
          <a:prstGeom prst="line">
            <a:avLst/>
          </a:prstGeom>
          <a:noFill/>
          <a:ln w="212436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67" name="Shape 365"/>
          <p:cNvSpPr/>
          <p:nvPr/>
        </p:nvSpPr>
        <p:spPr>
          <a:xfrm rot="-6917673">
            <a:off x="1708099" y="4728911"/>
            <a:ext cx="85069" cy="0"/>
          </a:xfrm>
          <a:prstGeom prst="line">
            <a:avLst/>
          </a:prstGeom>
          <a:noFill/>
          <a:ln w="206279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68" name="Shape 366"/>
          <p:cNvSpPr/>
          <p:nvPr/>
        </p:nvSpPr>
        <p:spPr>
          <a:xfrm rot="-7005861">
            <a:off x="1671752" y="4651999"/>
            <a:ext cx="83760" cy="0"/>
          </a:xfrm>
          <a:prstGeom prst="line">
            <a:avLst/>
          </a:prstGeom>
          <a:noFill/>
          <a:ln w="200121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69" name="Shape 367"/>
          <p:cNvSpPr/>
          <p:nvPr/>
        </p:nvSpPr>
        <p:spPr>
          <a:xfrm rot="-7100858">
            <a:off x="1634033" y="4577212"/>
            <a:ext cx="82327" cy="0"/>
          </a:xfrm>
          <a:prstGeom prst="line">
            <a:avLst/>
          </a:prstGeom>
          <a:noFill/>
          <a:ln w="193964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70" name="Shape 368"/>
          <p:cNvSpPr/>
          <p:nvPr/>
        </p:nvSpPr>
        <p:spPr>
          <a:xfrm rot="-7203517">
            <a:off x="1594942" y="4504757"/>
            <a:ext cx="80781" cy="0"/>
          </a:xfrm>
          <a:prstGeom prst="line">
            <a:avLst/>
          </a:prstGeom>
          <a:noFill/>
          <a:ln w="187806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71" name="Shape 369"/>
          <p:cNvSpPr/>
          <p:nvPr/>
        </p:nvSpPr>
        <p:spPr>
          <a:xfrm rot="-7280992">
            <a:off x="1554480" y="4434840"/>
            <a:ext cx="91439" cy="0"/>
          </a:xfrm>
          <a:prstGeom prst="line">
            <a:avLst/>
          </a:prstGeom>
          <a:noFill/>
          <a:ln w="175491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72" name="Shape 370"/>
          <p:cNvSpPr/>
          <p:nvPr/>
        </p:nvSpPr>
        <p:spPr>
          <a:xfrm rot="-7472498">
            <a:off x="1506908" y="4356751"/>
            <a:ext cx="90060" cy="0"/>
          </a:xfrm>
          <a:prstGeom prst="line">
            <a:avLst/>
          </a:prstGeom>
          <a:noFill/>
          <a:ln w="169333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73" name="Shape 371"/>
          <p:cNvSpPr/>
          <p:nvPr/>
        </p:nvSpPr>
        <p:spPr>
          <a:xfrm rot="-7661868">
            <a:off x="1455843" y="4282567"/>
            <a:ext cx="88700" cy="0"/>
          </a:xfrm>
          <a:prstGeom prst="line">
            <a:avLst/>
          </a:prstGeom>
          <a:noFill/>
          <a:ln w="163176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74" name="Shape 372"/>
          <p:cNvSpPr/>
          <p:nvPr/>
        </p:nvSpPr>
        <p:spPr>
          <a:xfrm rot="-7849543">
            <a:off x="1401604" y="4212384"/>
            <a:ext cx="87336" cy="0"/>
          </a:xfrm>
          <a:prstGeom prst="line">
            <a:avLst/>
          </a:prstGeom>
          <a:noFill/>
          <a:ln w="157018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75" name="Shape 373"/>
          <p:cNvSpPr/>
          <p:nvPr/>
        </p:nvSpPr>
        <p:spPr>
          <a:xfrm rot="-8036093">
            <a:off x="1344507" y="4146296"/>
            <a:ext cx="85952" cy="0"/>
          </a:xfrm>
          <a:prstGeom prst="line">
            <a:avLst/>
          </a:prstGeom>
          <a:noFill/>
          <a:ln w="150861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76" name="Shape 374"/>
          <p:cNvSpPr/>
          <p:nvPr/>
        </p:nvSpPr>
        <p:spPr>
          <a:xfrm rot="-8222219">
            <a:off x="1284870" y="4084399"/>
            <a:ext cx="84531" cy="0"/>
          </a:xfrm>
          <a:prstGeom prst="line">
            <a:avLst/>
          </a:prstGeom>
          <a:noFill/>
          <a:ln w="144703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77" name="Shape 375"/>
          <p:cNvSpPr/>
          <p:nvPr/>
        </p:nvSpPr>
        <p:spPr>
          <a:xfrm rot="-8408749">
            <a:off x="1223010" y="4026789"/>
            <a:ext cx="83062" cy="0"/>
          </a:xfrm>
          <a:prstGeom prst="line">
            <a:avLst/>
          </a:prstGeom>
          <a:noFill/>
          <a:ln w="138545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78" name="Shape 376"/>
          <p:cNvSpPr/>
          <p:nvPr/>
        </p:nvSpPr>
        <p:spPr>
          <a:xfrm rot="-8596642">
            <a:off x="1159245" y="3973560"/>
            <a:ext cx="81533" cy="0"/>
          </a:xfrm>
          <a:prstGeom prst="line">
            <a:avLst/>
          </a:prstGeom>
          <a:noFill/>
          <a:ln w="132388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79" name="Shape 377"/>
          <p:cNvSpPr/>
          <p:nvPr/>
        </p:nvSpPr>
        <p:spPr>
          <a:xfrm rot="-8786990">
            <a:off x="1093893" y="3924808"/>
            <a:ext cx="79940" cy="0"/>
          </a:xfrm>
          <a:prstGeom prst="line">
            <a:avLst/>
          </a:prstGeom>
          <a:noFill/>
          <a:ln w="12623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80" name="Shape 378"/>
          <p:cNvSpPr/>
          <p:nvPr/>
        </p:nvSpPr>
        <p:spPr>
          <a:xfrm rot="-8981034">
            <a:off x="1027271" y="3880628"/>
            <a:ext cx="78279" cy="0"/>
          </a:xfrm>
          <a:prstGeom prst="line">
            <a:avLst/>
          </a:prstGeom>
          <a:noFill/>
          <a:ln w="120073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81" name="Shape 379"/>
          <p:cNvSpPr/>
          <p:nvPr/>
        </p:nvSpPr>
        <p:spPr>
          <a:xfrm rot="-9180166">
            <a:off x="959697" y="3841115"/>
            <a:ext cx="76552" cy="0"/>
          </a:xfrm>
          <a:prstGeom prst="line">
            <a:avLst/>
          </a:prstGeom>
          <a:noFill/>
          <a:ln w="113915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82" name="Shape 380"/>
          <p:cNvSpPr/>
          <p:nvPr/>
        </p:nvSpPr>
        <p:spPr>
          <a:xfrm rot="-9385943">
            <a:off x="891487" y="3806365"/>
            <a:ext cx="74763" cy="0"/>
          </a:xfrm>
          <a:prstGeom prst="line">
            <a:avLst/>
          </a:prstGeom>
          <a:noFill/>
          <a:ln w="107758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83" name="Shape 381"/>
          <p:cNvSpPr/>
          <p:nvPr/>
        </p:nvSpPr>
        <p:spPr>
          <a:xfrm rot="-2220225">
            <a:off x="1828800" y="4892040"/>
            <a:ext cx="99854" cy="0"/>
          </a:xfrm>
          <a:prstGeom prst="line">
            <a:avLst/>
          </a:prstGeom>
          <a:noFill/>
          <a:ln w="1778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84" name="Shape 382"/>
          <p:cNvSpPr/>
          <p:nvPr/>
        </p:nvSpPr>
        <p:spPr>
          <a:xfrm rot="-2229270">
            <a:off x="1908543" y="4831941"/>
            <a:ext cx="103314" cy="0"/>
          </a:xfrm>
          <a:prstGeom prst="line">
            <a:avLst/>
          </a:prstGeom>
          <a:noFill/>
          <a:ln w="17283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85" name="Shape 383"/>
          <p:cNvSpPr/>
          <p:nvPr/>
        </p:nvSpPr>
        <p:spPr>
          <a:xfrm rot="-2228788">
            <a:off x="1990886" y="4769542"/>
            <a:ext cx="106314" cy="0"/>
          </a:xfrm>
          <a:prstGeom prst="line">
            <a:avLst/>
          </a:prstGeom>
          <a:noFill/>
          <a:ln w="167861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86" name="Shape 384"/>
          <p:cNvSpPr/>
          <p:nvPr/>
        </p:nvSpPr>
        <p:spPr>
          <a:xfrm rot="-2219561">
            <a:off x="2075628" y="4705344"/>
            <a:ext cx="108852" cy="0"/>
          </a:xfrm>
          <a:prstGeom prst="line">
            <a:avLst/>
          </a:prstGeom>
          <a:noFill/>
          <a:ln w="162891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87" name="Shape 385"/>
          <p:cNvSpPr/>
          <p:nvPr/>
        </p:nvSpPr>
        <p:spPr>
          <a:xfrm rot="-2202073">
            <a:off x="2162569" y="4639847"/>
            <a:ext cx="110931" cy="0"/>
          </a:xfrm>
          <a:prstGeom prst="line">
            <a:avLst/>
          </a:prstGeom>
          <a:noFill/>
          <a:ln w="157922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88" name="Shape 386"/>
          <p:cNvSpPr/>
          <p:nvPr/>
        </p:nvSpPr>
        <p:spPr>
          <a:xfrm rot="-2176571">
            <a:off x="2251510" y="4573550"/>
            <a:ext cx="112557" cy="0"/>
          </a:xfrm>
          <a:prstGeom prst="line">
            <a:avLst/>
          </a:prstGeom>
          <a:noFill/>
          <a:ln w="152952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89" name="Shape 387"/>
          <p:cNvSpPr/>
          <p:nvPr/>
        </p:nvSpPr>
        <p:spPr>
          <a:xfrm rot="-2143092">
            <a:off x="2342250" y="4506952"/>
            <a:ext cx="113733" cy="0"/>
          </a:xfrm>
          <a:prstGeom prst="line">
            <a:avLst/>
          </a:prstGeom>
          <a:noFill/>
          <a:ln w="147983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90" name="Shape 388"/>
          <p:cNvSpPr/>
          <p:nvPr/>
        </p:nvSpPr>
        <p:spPr>
          <a:xfrm rot="-2101489">
            <a:off x="2434590" y="4440555"/>
            <a:ext cx="114469" cy="0"/>
          </a:xfrm>
          <a:prstGeom prst="line">
            <a:avLst/>
          </a:prstGeom>
          <a:noFill/>
          <a:ln w="143013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91" name="Shape 389"/>
          <p:cNvSpPr/>
          <p:nvPr/>
        </p:nvSpPr>
        <p:spPr>
          <a:xfrm rot="-2051440">
            <a:off x="2528329" y="4374857"/>
            <a:ext cx="114775" cy="0"/>
          </a:xfrm>
          <a:prstGeom prst="line">
            <a:avLst/>
          </a:prstGeom>
          <a:noFill/>
          <a:ln w="138043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92" name="Shape 390"/>
          <p:cNvSpPr/>
          <p:nvPr/>
        </p:nvSpPr>
        <p:spPr>
          <a:xfrm rot="-1992447">
            <a:off x="2623268" y="4310360"/>
            <a:ext cx="114664" cy="0"/>
          </a:xfrm>
          <a:prstGeom prst="line">
            <a:avLst/>
          </a:prstGeom>
          <a:noFill/>
          <a:ln w="133074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93" name="Shape 391"/>
          <p:cNvSpPr/>
          <p:nvPr/>
        </p:nvSpPr>
        <p:spPr>
          <a:xfrm rot="-1923833">
            <a:off x="2719207" y="4247561"/>
            <a:ext cx="114152" cy="0"/>
          </a:xfrm>
          <a:prstGeom prst="line">
            <a:avLst/>
          </a:prstGeom>
          <a:noFill/>
          <a:ln w="128104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94" name="Shape 392"/>
          <p:cNvSpPr/>
          <p:nvPr/>
        </p:nvSpPr>
        <p:spPr>
          <a:xfrm rot="-1844728">
            <a:off x="2815945" y="4186962"/>
            <a:ext cx="113257" cy="0"/>
          </a:xfrm>
          <a:prstGeom prst="line">
            <a:avLst/>
          </a:prstGeom>
          <a:noFill/>
          <a:ln w="123135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95" name="Shape 393"/>
          <p:cNvSpPr/>
          <p:nvPr/>
        </p:nvSpPr>
        <p:spPr>
          <a:xfrm rot="-1754055">
            <a:off x="2913284" y="4129063"/>
            <a:ext cx="112004" cy="0"/>
          </a:xfrm>
          <a:prstGeom prst="line">
            <a:avLst/>
          </a:prstGeom>
          <a:noFill/>
          <a:ln w="118165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96" name="Shape 394"/>
          <p:cNvSpPr/>
          <p:nvPr/>
        </p:nvSpPr>
        <p:spPr>
          <a:xfrm rot="-1650509">
            <a:off x="3011022" y="4074362"/>
            <a:ext cx="110422" cy="0"/>
          </a:xfrm>
          <a:prstGeom prst="line">
            <a:avLst/>
          </a:prstGeom>
          <a:noFill/>
          <a:ln w="113196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97" name="Shape 395"/>
          <p:cNvSpPr/>
          <p:nvPr/>
        </p:nvSpPr>
        <p:spPr>
          <a:xfrm rot="-1536131">
            <a:off x="3108960" y="4023360"/>
            <a:ext cx="114070" cy="0"/>
          </a:xfrm>
          <a:prstGeom prst="line">
            <a:avLst/>
          </a:prstGeom>
          <a:noFill/>
          <a:ln w="103257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98" name="Shape 396"/>
          <p:cNvSpPr/>
          <p:nvPr/>
        </p:nvSpPr>
        <p:spPr>
          <a:xfrm rot="-1417763">
            <a:off x="3211830" y="3974068"/>
            <a:ext cx="112284" cy="0"/>
          </a:xfrm>
          <a:prstGeom prst="line">
            <a:avLst/>
          </a:prstGeom>
          <a:noFill/>
          <a:ln w="98287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99" name="Shape 397"/>
          <p:cNvSpPr/>
          <p:nvPr/>
        </p:nvSpPr>
        <p:spPr>
          <a:xfrm rot="-1295719">
            <a:off x="3314700" y="3929063"/>
            <a:ext cx="110636" cy="0"/>
          </a:xfrm>
          <a:prstGeom prst="line">
            <a:avLst/>
          </a:prstGeom>
          <a:noFill/>
          <a:ln w="93317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400" name="Shape 398"/>
          <p:cNvSpPr/>
          <p:nvPr/>
        </p:nvSpPr>
        <p:spPr>
          <a:xfrm rot="-1170147">
            <a:off x="3417570" y="3888343"/>
            <a:ext cx="109131" cy="0"/>
          </a:xfrm>
          <a:prstGeom prst="line">
            <a:avLst/>
          </a:prstGeom>
          <a:noFill/>
          <a:ln w="88348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401" name="Shape 399"/>
          <p:cNvSpPr/>
          <p:nvPr/>
        </p:nvSpPr>
        <p:spPr>
          <a:xfrm rot="-1041241">
            <a:off x="3520440" y="3851910"/>
            <a:ext cx="107776" cy="0"/>
          </a:xfrm>
          <a:prstGeom prst="line">
            <a:avLst/>
          </a:prstGeom>
          <a:noFill/>
          <a:ln w="83378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402" name="Shape 400"/>
          <p:cNvSpPr/>
          <p:nvPr/>
        </p:nvSpPr>
        <p:spPr>
          <a:xfrm rot="-909244">
            <a:off x="3623310" y="3819763"/>
            <a:ext cx="106576" cy="0"/>
          </a:xfrm>
          <a:prstGeom prst="line">
            <a:avLst/>
          </a:prstGeom>
          <a:noFill/>
          <a:ln w="78409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403" name="Shape 401"/>
          <p:cNvSpPr/>
          <p:nvPr/>
        </p:nvSpPr>
        <p:spPr>
          <a:xfrm rot="-774445">
            <a:off x="3726180" y="3791903"/>
            <a:ext cx="105537" cy="0"/>
          </a:xfrm>
          <a:prstGeom prst="line">
            <a:avLst/>
          </a:prstGeom>
          <a:noFill/>
          <a:ln w="73439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404" name="Shape 402"/>
          <p:cNvSpPr/>
          <p:nvPr/>
        </p:nvSpPr>
        <p:spPr>
          <a:xfrm rot="-637179">
            <a:off x="3829050" y="3768328"/>
            <a:ext cx="104663" cy="0"/>
          </a:xfrm>
          <a:prstGeom prst="line">
            <a:avLst/>
          </a:prstGeom>
          <a:noFill/>
          <a:ln w="6847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405" name="Shape 403"/>
          <p:cNvSpPr/>
          <p:nvPr/>
        </p:nvSpPr>
        <p:spPr>
          <a:xfrm rot="-8879677">
            <a:off x="1554480" y="4434840"/>
            <a:ext cx="121309" cy="0"/>
          </a:xfrm>
          <a:prstGeom prst="line">
            <a:avLst/>
          </a:prstGeom>
          <a:noFill/>
          <a:ln w="101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406" name="Shape 404"/>
          <p:cNvSpPr/>
          <p:nvPr/>
        </p:nvSpPr>
        <p:spPr>
          <a:xfrm rot="-9093424">
            <a:off x="1451610" y="4370546"/>
            <a:ext cx="116992" cy="0"/>
          </a:xfrm>
          <a:prstGeom prst="line">
            <a:avLst/>
          </a:prstGeom>
          <a:noFill/>
          <a:ln w="9525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407" name="Shape 405"/>
          <p:cNvSpPr/>
          <p:nvPr/>
        </p:nvSpPr>
        <p:spPr>
          <a:xfrm rot="-9322586">
            <a:off x="1348740" y="4314825"/>
            <a:ext cx="113160" cy="0"/>
          </a:xfrm>
          <a:prstGeom prst="line">
            <a:avLst/>
          </a:prstGeom>
          <a:noFill/>
          <a:ln w="889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408" name="Shape 406"/>
          <p:cNvSpPr/>
          <p:nvPr/>
        </p:nvSpPr>
        <p:spPr>
          <a:xfrm rot="-9566637">
            <a:off x="1245870" y="4267676"/>
            <a:ext cx="109865" cy="0"/>
          </a:xfrm>
          <a:prstGeom prst="line">
            <a:avLst/>
          </a:prstGeom>
          <a:noFill/>
          <a:ln w="8255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409" name="Shape 407"/>
          <p:cNvSpPr/>
          <p:nvPr/>
        </p:nvSpPr>
        <p:spPr>
          <a:xfrm rot="-9824388">
            <a:off x="1143000" y="4229100"/>
            <a:ext cx="107156" cy="0"/>
          </a:xfrm>
          <a:prstGeom prst="line">
            <a:avLst/>
          </a:prstGeom>
          <a:noFill/>
          <a:ln w="762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410" name="Shape 408"/>
          <p:cNvSpPr/>
          <p:nvPr/>
        </p:nvSpPr>
        <p:spPr>
          <a:xfrm rot="-10093903">
            <a:off x="1040130" y="4199096"/>
            <a:ext cx="105079" cy="0"/>
          </a:xfrm>
          <a:prstGeom prst="line">
            <a:avLst/>
          </a:prstGeom>
          <a:noFill/>
          <a:ln w="6985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411" name="Shape 409"/>
          <p:cNvSpPr/>
          <p:nvPr/>
        </p:nvSpPr>
        <p:spPr>
          <a:xfrm rot="-10372499">
            <a:off x="937260" y="4177665"/>
            <a:ext cx="103671" cy="0"/>
          </a:xfrm>
          <a:prstGeom prst="line">
            <a:avLst/>
          </a:prstGeom>
          <a:noFill/>
          <a:ln w="635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412" name="Shape 410"/>
          <p:cNvSpPr/>
          <p:nvPr/>
        </p:nvSpPr>
        <p:spPr>
          <a:xfrm rot="-10656843">
            <a:off x="834390" y="4164806"/>
            <a:ext cx="102959" cy="0"/>
          </a:xfrm>
          <a:prstGeom prst="line">
            <a:avLst/>
          </a:prstGeom>
          <a:noFill/>
          <a:ln w="5715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413" name="Shape 411"/>
          <p:cNvSpPr/>
          <p:nvPr/>
        </p:nvSpPr>
        <p:spPr>
          <a:xfrm rot="-4061112">
            <a:off x="2651760" y="4251960"/>
            <a:ext cx="90309" cy="0"/>
          </a:xfrm>
          <a:prstGeom prst="line">
            <a:avLst/>
          </a:prstGeom>
          <a:noFill/>
          <a:ln w="101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414" name="Shape 412"/>
          <p:cNvSpPr/>
          <p:nvPr/>
        </p:nvSpPr>
        <p:spPr>
          <a:xfrm rot="-3992927">
            <a:off x="2686050" y="4168414"/>
            <a:ext cx="86163" cy="0"/>
          </a:xfrm>
          <a:prstGeom prst="line">
            <a:avLst/>
          </a:prstGeom>
          <a:noFill/>
          <a:ln w="9525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415" name="Shape 413"/>
          <p:cNvSpPr/>
          <p:nvPr/>
        </p:nvSpPr>
        <p:spPr>
          <a:xfrm rot="-3914120">
            <a:off x="2720340" y="4089368"/>
            <a:ext cx="81859" cy="0"/>
          </a:xfrm>
          <a:prstGeom prst="line">
            <a:avLst/>
          </a:prstGeom>
          <a:noFill/>
          <a:ln w="889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416" name="Shape 414"/>
          <p:cNvSpPr/>
          <p:nvPr/>
        </p:nvSpPr>
        <p:spPr>
          <a:xfrm rot="-3822413">
            <a:off x="2754630" y="4015038"/>
            <a:ext cx="77410" cy="0"/>
          </a:xfrm>
          <a:prstGeom prst="line">
            <a:avLst/>
          </a:prstGeom>
          <a:noFill/>
          <a:ln w="8255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417" name="Shape 415"/>
          <p:cNvSpPr/>
          <p:nvPr/>
        </p:nvSpPr>
        <p:spPr>
          <a:xfrm rot="-3714857">
            <a:off x="2788920" y="3945636"/>
            <a:ext cx="72835" cy="0"/>
          </a:xfrm>
          <a:prstGeom prst="line">
            <a:avLst/>
          </a:prstGeom>
          <a:noFill/>
          <a:ln w="762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418" name="Shape 416"/>
          <p:cNvSpPr/>
          <p:nvPr/>
        </p:nvSpPr>
        <p:spPr>
          <a:xfrm rot="-3587597">
            <a:off x="2823210" y="3881378"/>
            <a:ext cx="68155" cy="0"/>
          </a:xfrm>
          <a:prstGeom prst="line">
            <a:avLst/>
          </a:prstGeom>
          <a:noFill/>
          <a:ln w="6985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419" name="Shape 417"/>
          <p:cNvSpPr/>
          <p:nvPr/>
        </p:nvSpPr>
        <p:spPr>
          <a:xfrm rot="-3435537">
            <a:off x="2857500" y="3822478"/>
            <a:ext cx="63401" cy="0"/>
          </a:xfrm>
          <a:prstGeom prst="line">
            <a:avLst/>
          </a:prstGeom>
          <a:noFill/>
          <a:ln w="635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420" name="Shape 418"/>
          <p:cNvSpPr/>
          <p:nvPr/>
        </p:nvSpPr>
        <p:spPr>
          <a:xfrm rot="-3251911">
            <a:off x="2891790" y="3769150"/>
            <a:ext cx="58618" cy="0"/>
          </a:xfrm>
          <a:prstGeom prst="line">
            <a:avLst/>
          </a:prstGeom>
          <a:noFill/>
          <a:ln w="5715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421" name="Shape 419"/>
          <p:cNvSpPr/>
          <p:nvPr/>
        </p:nvSpPr>
        <p:spPr>
          <a:xfrm rot="-6590125">
            <a:off x="3474720" y="6080760"/>
            <a:ext cx="97174" cy="0"/>
          </a:xfrm>
          <a:prstGeom prst="line">
            <a:avLst/>
          </a:prstGeom>
          <a:noFill/>
          <a:ln w="2794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22" name="Shape 420"/>
          <p:cNvSpPr/>
          <p:nvPr/>
        </p:nvSpPr>
        <p:spPr>
          <a:xfrm rot="-6749549">
            <a:off x="3441747" y="5989351"/>
            <a:ext cx="98731" cy="0"/>
          </a:xfrm>
          <a:prstGeom prst="line">
            <a:avLst/>
          </a:prstGeom>
          <a:noFill/>
          <a:ln w="273255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23" name="Shape 421"/>
          <p:cNvSpPr/>
          <p:nvPr/>
        </p:nvSpPr>
        <p:spPr>
          <a:xfrm rot="-6897666">
            <a:off x="3403976" y="5898131"/>
            <a:ext cx="100204" cy="0"/>
          </a:xfrm>
          <a:prstGeom prst="line">
            <a:avLst/>
          </a:prstGeom>
          <a:noFill/>
          <a:ln w="26711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24" name="Shape 422"/>
          <p:cNvSpPr/>
          <p:nvPr/>
        </p:nvSpPr>
        <p:spPr>
          <a:xfrm rot="-7035677">
            <a:off x="3361690" y="5807287"/>
            <a:ext cx="101560" cy="0"/>
          </a:xfrm>
          <a:prstGeom prst="line">
            <a:avLst/>
          </a:prstGeom>
          <a:noFill/>
          <a:ln w="260965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25" name="Shape 423"/>
          <p:cNvSpPr/>
          <p:nvPr/>
        </p:nvSpPr>
        <p:spPr>
          <a:xfrm rot="-7164722">
            <a:off x="3315170" y="5717007"/>
            <a:ext cx="102774" cy="0"/>
          </a:xfrm>
          <a:prstGeom prst="line">
            <a:avLst/>
          </a:prstGeom>
          <a:noFill/>
          <a:ln w="254819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26" name="Shape 424"/>
          <p:cNvSpPr/>
          <p:nvPr/>
        </p:nvSpPr>
        <p:spPr>
          <a:xfrm rot="-7285872">
            <a:off x="3264700" y="5627480"/>
            <a:ext cx="103820" cy="0"/>
          </a:xfrm>
          <a:prstGeom prst="line">
            <a:avLst/>
          </a:prstGeom>
          <a:noFill/>
          <a:ln w="248674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27" name="Shape 425"/>
          <p:cNvSpPr/>
          <p:nvPr/>
        </p:nvSpPr>
        <p:spPr>
          <a:xfrm rot="-7400125">
            <a:off x="3210560" y="5538893"/>
            <a:ext cx="104681" cy="0"/>
          </a:xfrm>
          <a:prstGeom prst="line">
            <a:avLst/>
          </a:prstGeom>
          <a:noFill/>
          <a:ln w="242529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28" name="Shape 426"/>
          <p:cNvSpPr/>
          <p:nvPr/>
        </p:nvSpPr>
        <p:spPr>
          <a:xfrm rot="-7508408">
            <a:off x="3153034" y="5451436"/>
            <a:ext cx="105339" cy="0"/>
          </a:xfrm>
          <a:prstGeom prst="line">
            <a:avLst/>
          </a:prstGeom>
          <a:noFill/>
          <a:ln w="236384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29" name="Shape 427"/>
          <p:cNvSpPr/>
          <p:nvPr/>
        </p:nvSpPr>
        <p:spPr>
          <a:xfrm rot="-7611582">
            <a:off x="3092403" y="5365295"/>
            <a:ext cx="105780" cy="0"/>
          </a:xfrm>
          <a:prstGeom prst="line">
            <a:avLst/>
          </a:prstGeom>
          <a:noFill/>
          <a:ln w="230239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30" name="Shape 428"/>
          <p:cNvSpPr/>
          <p:nvPr/>
        </p:nvSpPr>
        <p:spPr>
          <a:xfrm rot="-7710455">
            <a:off x="3028950" y="5280660"/>
            <a:ext cx="105993" cy="0"/>
          </a:xfrm>
          <a:prstGeom prst="line">
            <a:avLst/>
          </a:prstGeom>
          <a:noFill/>
          <a:ln w="224094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31" name="Shape 429"/>
          <p:cNvSpPr/>
          <p:nvPr/>
        </p:nvSpPr>
        <p:spPr>
          <a:xfrm rot="-7805788">
            <a:off x="2962957" y="5197718"/>
            <a:ext cx="105967" cy="0"/>
          </a:xfrm>
          <a:prstGeom prst="line">
            <a:avLst/>
          </a:prstGeom>
          <a:noFill/>
          <a:ln w="217948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32" name="Shape 430"/>
          <p:cNvSpPr/>
          <p:nvPr/>
        </p:nvSpPr>
        <p:spPr>
          <a:xfrm rot="-7898309">
            <a:off x="2894706" y="5116658"/>
            <a:ext cx="105694" cy="0"/>
          </a:xfrm>
          <a:prstGeom prst="line">
            <a:avLst/>
          </a:prstGeom>
          <a:noFill/>
          <a:ln w="211803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33" name="Shape 431"/>
          <p:cNvSpPr/>
          <p:nvPr/>
        </p:nvSpPr>
        <p:spPr>
          <a:xfrm rot="-7988723">
            <a:off x="2824480" y="5037667"/>
            <a:ext cx="105168" cy="0"/>
          </a:xfrm>
          <a:prstGeom prst="line">
            <a:avLst/>
          </a:prstGeom>
          <a:noFill/>
          <a:ln w="205658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34" name="Shape 432"/>
          <p:cNvSpPr/>
          <p:nvPr/>
        </p:nvSpPr>
        <p:spPr>
          <a:xfrm rot="-8077727">
            <a:off x="2752560" y="4960934"/>
            <a:ext cx="104384" cy="0"/>
          </a:xfrm>
          <a:prstGeom prst="line">
            <a:avLst/>
          </a:prstGeom>
          <a:noFill/>
          <a:ln w="199513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35" name="Shape 433"/>
          <p:cNvSpPr/>
          <p:nvPr/>
        </p:nvSpPr>
        <p:spPr>
          <a:xfrm rot="-8166024">
            <a:off x="2679230" y="4886646"/>
            <a:ext cx="103336" cy="0"/>
          </a:xfrm>
          <a:prstGeom prst="line">
            <a:avLst/>
          </a:prstGeom>
          <a:noFill/>
          <a:ln w="193368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36" name="Shape 434"/>
          <p:cNvSpPr/>
          <p:nvPr/>
        </p:nvSpPr>
        <p:spPr>
          <a:xfrm rot="-8254339">
            <a:off x="2604770" y="4814993"/>
            <a:ext cx="102023" cy="0"/>
          </a:xfrm>
          <a:prstGeom prst="line">
            <a:avLst/>
          </a:prstGeom>
          <a:noFill/>
          <a:ln w="187223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37" name="Shape 435"/>
          <p:cNvSpPr/>
          <p:nvPr/>
        </p:nvSpPr>
        <p:spPr>
          <a:xfrm rot="-8343434">
            <a:off x="2529464" y="4746162"/>
            <a:ext cx="100443" cy="0"/>
          </a:xfrm>
          <a:prstGeom prst="line">
            <a:avLst/>
          </a:prstGeom>
          <a:noFill/>
          <a:ln w="181077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38" name="Shape 436"/>
          <p:cNvSpPr/>
          <p:nvPr/>
        </p:nvSpPr>
        <p:spPr>
          <a:xfrm rot="-8434135">
            <a:off x="2453593" y="4680342"/>
            <a:ext cx="98594" cy="0"/>
          </a:xfrm>
          <a:prstGeom prst="line">
            <a:avLst/>
          </a:prstGeom>
          <a:noFill/>
          <a:ln w="174932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39" name="Shape 437"/>
          <p:cNvSpPr/>
          <p:nvPr/>
        </p:nvSpPr>
        <p:spPr>
          <a:xfrm rot="-8889903">
            <a:off x="2377440" y="4617720"/>
            <a:ext cx="106541" cy="0"/>
          </a:xfrm>
          <a:prstGeom prst="line">
            <a:avLst/>
          </a:prstGeom>
          <a:noFill/>
          <a:ln w="162642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40" name="Shape 438"/>
          <p:cNvSpPr/>
          <p:nvPr/>
        </p:nvSpPr>
        <p:spPr>
          <a:xfrm rot="-8912941">
            <a:off x="2286926" y="4561523"/>
            <a:ext cx="104055" cy="0"/>
          </a:xfrm>
          <a:prstGeom prst="line">
            <a:avLst/>
          </a:prstGeom>
          <a:noFill/>
          <a:ln w="156497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41" name="Shape 439"/>
          <p:cNvSpPr/>
          <p:nvPr/>
        </p:nvSpPr>
        <p:spPr>
          <a:xfrm rot="-8939874">
            <a:off x="2198158" y="4507230"/>
            <a:ext cx="101710" cy="0"/>
          </a:xfrm>
          <a:prstGeom prst="line">
            <a:avLst/>
          </a:prstGeom>
          <a:noFill/>
          <a:ln w="150352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42" name="Shape 440"/>
          <p:cNvSpPr/>
          <p:nvPr/>
        </p:nvSpPr>
        <p:spPr>
          <a:xfrm rot="-8970862">
            <a:off x="2110978" y="4454843"/>
            <a:ext cx="99508" cy="0"/>
          </a:xfrm>
          <a:prstGeom prst="line">
            <a:avLst/>
          </a:prstGeom>
          <a:noFill/>
          <a:ln w="144206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43" name="Shape 441"/>
          <p:cNvSpPr/>
          <p:nvPr/>
        </p:nvSpPr>
        <p:spPr>
          <a:xfrm rot="-9006046">
            <a:off x="2025227" y="4404360"/>
            <a:ext cx="97452" cy="0"/>
          </a:xfrm>
          <a:prstGeom prst="line">
            <a:avLst/>
          </a:prstGeom>
          <a:noFill/>
          <a:ln w="138061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44" name="Shape 442"/>
          <p:cNvSpPr/>
          <p:nvPr/>
        </p:nvSpPr>
        <p:spPr>
          <a:xfrm rot="-9045536">
            <a:off x="1940745" y="4355783"/>
            <a:ext cx="95545" cy="0"/>
          </a:xfrm>
          <a:prstGeom prst="line">
            <a:avLst/>
          </a:prstGeom>
          <a:noFill/>
          <a:ln w="131916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45" name="Shape 443"/>
          <p:cNvSpPr/>
          <p:nvPr/>
        </p:nvSpPr>
        <p:spPr>
          <a:xfrm rot="-9089409">
            <a:off x="1857375" y="4309110"/>
            <a:ext cx="93791" cy="0"/>
          </a:xfrm>
          <a:prstGeom prst="line">
            <a:avLst/>
          </a:prstGeom>
          <a:noFill/>
          <a:ln w="125771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46" name="Shape 444"/>
          <p:cNvSpPr/>
          <p:nvPr/>
        </p:nvSpPr>
        <p:spPr>
          <a:xfrm rot="-9137704">
            <a:off x="1774957" y="4264343"/>
            <a:ext cx="92194" cy="0"/>
          </a:xfrm>
          <a:prstGeom prst="line">
            <a:avLst/>
          </a:prstGeom>
          <a:noFill/>
          <a:ln w="119626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47" name="Shape 445"/>
          <p:cNvSpPr/>
          <p:nvPr/>
        </p:nvSpPr>
        <p:spPr>
          <a:xfrm rot="-9190410">
            <a:off x="1693333" y="4221480"/>
            <a:ext cx="90756" cy="0"/>
          </a:xfrm>
          <a:prstGeom prst="line">
            <a:avLst/>
          </a:prstGeom>
          <a:noFill/>
          <a:ln w="113481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48" name="Shape 446"/>
          <p:cNvSpPr/>
          <p:nvPr/>
        </p:nvSpPr>
        <p:spPr>
          <a:xfrm rot="-9247464">
            <a:off x="1612344" y="4180523"/>
            <a:ext cx="89484" cy="0"/>
          </a:xfrm>
          <a:prstGeom prst="line">
            <a:avLst/>
          </a:prstGeom>
          <a:noFill/>
          <a:ln w="107335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49" name="Shape 447"/>
          <p:cNvSpPr/>
          <p:nvPr/>
        </p:nvSpPr>
        <p:spPr>
          <a:xfrm rot="-9308748">
            <a:off x="1531832" y="4141470"/>
            <a:ext cx="88381" cy="0"/>
          </a:xfrm>
          <a:prstGeom prst="line">
            <a:avLst/>
          </a:prstGeom>
          <a:noFill/>
          <a:ln w="10119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50" name="Shape 448"/>
          <p:cNvSpPr/>
          <p:nvPr/>
        </p:nvSpPr>
        <p:spPr>
          <a:xfrm rot="-9374078">
            <a:off x="1451636" y="4104323"/>
            <a:ext cx="87452" cy="0"/>
          </a:xfrm>
          <a:prstGeom prst="line">
            <a:avLst/>
          </a:prstGeom>
          <a:noFill/>
          <a:ln w="95045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51" name="Shape 449"/>
          <p:cNvSpPr/>
          <p:nvPr/>
        </p:nvSpPr>
        <p:spPr>
          <a:xfrm rot="-9317254">
            <a:off x="2834640" y="4983480"/>
            <a:ext cx="104678" cy="0"/>
          </a:xfrm>
          <a:prstGeom prst="line">
            <a:avLst/>
          </a:prstGeom>
          <a:noFill/>
          <a:ln w="1524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52" name="Shape 450"/>
          <p:cNvSpPr/>
          <p:nvPr/>
        </p:nvSpPr>
        <p:spPr>
          <a:xfrm rot="-9523158">
            <a:off x="2739549" y="4939718"/>
            <a:ext cx="109205" cy="0"/>
          </a:xfrm>
          <a:prstGeom prst="line">
            <a:avLst/>
          </a:prstGeom>
          <a:noFill/>
          <a:ln w="147562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53" name="Shape 451"/>
          <p:cNvSpPr/>
          <p:nvPr/>
        </p:nvSpPr>
        <p:spPr>
          <a:xfrm rot="-9712216">
            <a:off x="2637790" y="4900083"/>
            <a:ext cx="113088" cy="0"/>
          </a:xfrm>
          <a:prstGeom prst="line">
            <a:avLst/>
          </a:prstGeom>
          <a:noFill/>
          <a:ln w="142724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54" name="Shape 452"/>
          <p:cNvSpPr/>
          <p:nvPr/>
        </p:nvSpPr>
        <p:spPr>
          <a:xfrm rot="-9889907">
            <a:off x="2530316" y="4864894"/>
            <a:ext cx="116288" cy="0"/>
          </a:xfrm>
          <a:prstGeom prst="line">
            <a:avLst/>
          </a:prstGeom>
          <a:noFill/>
          <a:ln w="137886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55" name="Shape 453"/>
          <p:cNvSpPr/>
          <p:nvPr/>
        </p:nvSpPr>
        <p:spPr>
          <a:xfrm rot="-10060730">
            <a:off x="2418080" y="4834467"/>
            <a:ext cx="118782" cy="0"/>
          </a:xfrm>
          <a:prstGeom prst="line">
            <a:avLst/>
          </a:prstGeom>
          <a:noFill/>
          <a:ln w="133048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56" name="Shape 454"/>
          <p:cNvSpPr/>
          <p:nvPr/>
        </p:nvSpPr>
        <p:spPr>
          <a:xfrm rot="-10228540">
            <a:off x="2302034" y="4809120"/>
            <a:ext cx="120566" cy="0"/>
          </a:xfrm>
          <a:prstGeom prst="line">
            <a:avLst/>
          </a:prstGeom>
          <a:noFill/>
          <a:ln w="12821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57" name="Shape 455"/>
          <p:cNvSpPr/>
          <p:nvPr/>
        </p:nvSpPr>
        <p:spPr>
          <a:xfrm rot="-10396798">
            <a:off x="2183130" y="4789170"/>
            <a:ext cx="121644" cy="0"/>
          </a:xfrm>
          <a:prstGeom prst="line">
            <a:avLst/>
          </a:prstGeom>
          <a:noFill/>
          <a:ln w="123371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58" name="Shape 456"/>
          <p:cNvSpPr/>
          <p:nvPr/>
        </p:nvSpPr>
        <p:spPr>
          <a:xfrm rot="-10568776">
            <a:off x="2062321" y="4774935"/>
            <a:ext cx="122037" cy="0"/>
          </a:xfrm>
          <a:prstGeom prst="line">
            <a:avLst/>
          </a:prstGeom>
          <a:noFill/>
          <a:ln w="118533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59" name="Shape 457"/>
          <p:cNvSpPr/>
          <p:nvPr/>
        </p:nvSpPr>
        <p:spPr>
          <a:xfrm rot="-10747713">
            <a:off x="1940560" y="4766733"/>
            <a:ext cx="121775" cy="0"/>
          </a:xfrm>
          <a:prstGeom prst="line">
            <a:avLst/>
          </a:prstGeom>
          <a:noFill/>
          <a:ln w="113695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60" name="Shape 458"/>
          <p:cNvSpPr/>
          <p:nvPr/>
        </p:nvSpPr>
        <p:spPr>
          <a:xfrm rot="10663044">
            <a:off x="1818799" y="4764881"/>
            <a:ext cx="120905" cy="0"/>
          </a:xfrm>
          <a:prstGeom prst="line">
            <a:avLst/>
          </a:prstGeom>
          <a:noFill/>
          <a:ln w="108857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61" name="Shape 459"/>
          <p:cNvSpPr/>
          <p:nvPr/>
        </p:nvSpPr>
        <p:spPr>
          <a:xfrm rot="10459940">
            <a:off x="1697990" y="4769697"/>
            <a:ext cx="119488" cy="0"/>
          </a:xfrm>
          <a:prstGeom prst="line">
            <a:avLst/>
          </a:prstGeom>
          <a:noFill/>
          <a:ln w="104019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62" name="Shape 460"/>
          <p:cNvSpPr/>
          <p:nvPr/>
        </p:nvSpPr>
        <p:spPr>
          <a:xfrm rot="10239126">
            <a:off x="1579086" y="4781497"/>
            <a:ext cx="117608" cy="0"/>
          </a:xfrm>
          <a:prstGeom prst="line">
            <a:avLst/>
          </a:prstGeom>
          <a:noFill/>
          <a:ln w="99181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63" name="Shape 461"/>
          <p:cNvSpPr/>
          <p:nvPr/>
        </p:nvSpPr>
        <p:spPr>
          <a:xfrm rot="10165165">
            <a:off x="1463040" y="4800600"/>
            <a:ext cx="104558" cy="0"/>
          </a:xfrm>
          <a:prstGeom prst="line">
            <a:avLst/>
          </a:prstGeom>
          <a:noFill/>
          <a:ln w="89505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64" name="Shape 462"/>
          <p:cNvSpPr/>
          <p:nvPr/>
        </p:nvSpPr>
        <p:spPr>
          <a:xfrm rot="10040963">
            <a:off x="1360259" y="4819799"/>
            <a:ext cx="104789" cy="0"/>
          </a:xfrm>
          <a:prstGeom prst="line">
            <a:avLst/>
          </a:prstGeom>
          <a:noFill/>
          <a:ln w="84667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65" name="Shape 463"/>
          <p:cNvSpPr/>
          <p:nvPr/>
        </p:nvSpPr>
        <p:spPr>
          <a:xfrm rot="9930039">
            <a:off x="1258014" y="4842748"/>
            <a:ext cx="104502" cy="0"/>
          </a:xfrm>
          <a:prstGeom prst="line">
            <a:avLst/>
          </a:prstGeom>
          <a:noFill/>
          <a:ln w="79829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66" name="Shape 464"/>
          <p:cNvSpPr/>
          <p:nvPr/>
        </p:nvSpPr>
        <p:spPr>
          <a:xfrm rot="9830666">
            <a:off x="1156841" y="4868912"/>
            <a:ext cx="103660" cy="0"/>
          </a:xfrm>
          <a:prstGeom prst="line">
            <a:avLst/>
          </a:prstGeom>
          <a:noFill/>
          <a:ln w="7499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67" name="Shape 465"/>
          <p:cNvSpPr/>
          <p:nvPr/>
        </p:nvSpPr>
        <p:spPr>
          <a:xfrm rot="9741383">
            <a:off x="1057275" y="4897755"/>
            <a:ext cx="102232" cy="0"/>
          </a:xfrm>
          <a:prstGeom prst="line">
            <a:avLst/>
          </a:prstGeom>
          <a:noFill/>
          <a:ln w="70152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68" name="Shape 466"/>
          <p:cNvSpPr/>
          <p:nvPr/>
        </p:nvSpPr>
        <p:spPr>
          <a:xfrm rot="9660961">
            <a:off x="959852" y="4928741"/>
            <a:ext cx="100194" cy="0"/>
          </a:xfrm>
          <a:prstGeom prst="line">
            <a:avLst/>
          </a:prstGeom>
          <a:noFill/>
          <a:ln w="65314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69" name="Shape 467"/>
          <p:cNvSpPr/>
          <p:nvPr/>
        </p:nvSpPr>
        <p:spPr>
          <a:xfrm rot="9588374">
            <a:off x="865108" y="4961334"/>
            <a:ext cx="97524" cy="0"/>
          </a:xfrm>
          <a:prstGeom prst="line">
            <a:avLst/>
          </a:prstGeom>
          <a:noFill/>
          <a:ln w="60476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70" name="Shape 468"/>
          <p:cNvSpPr/>
          <p:nvPr/>
        </p:nvSpPr>
        <p:spPr>
          <a:xfrm rot="9522776">
            <a:off x="773579" y="4994999"/>
            <a:ext cx="94206" cy="0"/>
          </a:xfrm>
          <a:prstGeom prst="line">
            <a:avLst/>
          </a:prstGeom>
          <a:noFill/>
          <a:ln w="55638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71" name="Shape 469"/>
          <p:cNvSpPr/>
          <p:nvPr/>
        </p:nvSpPr>
        <p:spPr>
          <a:xfrm rot="-2133183">
            <a:off x="2377440" y="4617720"/>
            <a:ext cx="114669" cy="0"/>
          </a:xfrm>
          <a:prstGeom prst="line">
            <a:avLst/>
          </a:prstGeom>
          <a:noFill/>
          <a:ln w="1524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72" name="Shape 470"/>
          <p:cNvSpPr/>
          <p:nvPr/>
        </p:nvSpPr>
        <p:spPr>
          <a:xfrm rot="-1980309">
            <a:off x="2470732" y="4551045"/>
            <a:ext cx="115409" cy="0"/>
          </a:xfrm>
          <a:prstGeom prst="line">
            <a:avLst/>
          </a:prstGeom>
          <a:noFill/>
          <a:ln w="148167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73" name="Shape 471"/>
          <p:cNvSpPr/>
          <p:nvPr/>
        </p:nvSpPr>
        <p:spPr>
          <a:xfrm rot="-1834447">
            <a:off x="2567517" y="4488180"/>
            <a:ext cx="116101" cy="0"/>
          </a:xfrm>
          <a:prstGeom prst="line">
            <a:avLst/>
          </a:prstGeom>
          <a:noFill/>
          <a:ln w="143933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74" name="Shape 472"/>
          <p:cNvSpPr/>
          <p:nvPr/>
        </p:nvSpPr>
        <p:spPr>
          <a:xfrm rot="-1694984">
            <a:off x="2667476" y="4429125"/>
            <a:ext cx="116719" cy="0"/>
          </a:xfrm>
          <a:prstGeom prst="line">
            <a:avLst/>
          </a:prstGeom>
          <a:noFill/>
          <a:ln w="1397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75" name="Shape 473"/>
          <p:cNvSpPr/>
          <p:nvPr/>
        </p:nvSpPr>
        <p:spPr>
          <a:xfrm rot="-1561289">
            <a:off x="2770293" y="4373880"/>
            <a:ext cx="117242" cy="0"/>
          </a:xfrm>
          <a:prstGeom prst="line">
            <a:avLst/>
          </a:prstGeom>
          <a:noFill/>
          <a:ln w="135467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76" name="Shape 474"/>
          <p:cNvSpPr/>
          <p:nvPr/>
        </p:nvSpPr>
        <p:spPr>
          <a:xfrm rot="-1432725">
            <a:off x="2875650" y="4322445"/>
            <a:ext cx="117650" cy="0"/>
          </a:xfrm>
          <a:prstGeom prst="line">
            <a:avLst/>
          </a:prstGeom>
          <a:noFill/>
          <a:ln w="131233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77" name="Shape 475"/>
          <p:cNvSpPr/>
          <p:nvPr/>
        </p:nvSpPr>
        <p:spPr>
          <a:xfrm rot="-1308657">
            <a:off x="2983230" y="4274820"/>
            <a:ext cx="117926" cy="0"/>
          </a:xfrm>
          <a:prstGeom prst="line">
            <a:avLst/>
          </a:prstGeom>
          <a:noFill/>
          <a:ln w="1270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78" name="Shape 476"/>
          <p:cNvSpPr/>
          <p:nvPr/>
        </p:nvSpPr>
        <p:spPr>
          <a:xfrm rot="-1188455">
            <a:off x="3092715" y="4231005"/>
            <a:ext cx="118057" cy="0"/>
          </a:xfrm>
          <a:prstGeom prst="line">
            <a:avLst/>
          </a:prstGeom>
          <a:noFill/>
          <a:ln w="122767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79" name="Shape 477"/>
          <p:cNvSpPr/>
          <p:nvPr/>
        </p:nvSpPr>
        <p:spPr>
          <a:xfrm rot="-1071492">
            <a:off x="3203787" y="4191000"/>
            <a:ext cx="118029" cy="0"/>
          </a:xfrm>
          <a:prstGeom prst="line">
            <a:avLst/>
          </a:prstGeom>
          <a:noFill/>
          <a:ln w="118533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80" name="Shape 478"/>
          <p:cNvSpPr/>
          <p:nvPr/>
        </p:nvSpPr>
        <p:spPr>
          <a:xfrm rot="-957148">
            <a:off x="3316129" y="4154805"/>
            <a:ext cx="117832" cy="0"/>
          </a:xfrm>
          <a:prstGeom prst="line">
            <a:avLst/>
          </a:prstGeom>
          <a:noFill/>
          <a:ln w="1143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81" name="Shape 479"/>
          <p:cNvSpPr/>
          <p:nvPr/>
        </p:nvSpPr>
        <p:spPr>
          <a:xfrm rot="-844804">
            <a:off x="3429423" y="4122420"/>
            <a:ext cx="117458" cy="0"/>
          </a:xfrm>
          <a:prstGeom prst="line">
            <a:avLst/>
          </a:prstGeom>
          <a:noFill/>
          <a:ln w="110067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82" name="Shape 480"/>
          <p:cNvSpPr/>
          <p:nvPr/>
        </p:nvSpPr>
        <p:spPr>
          <a:xfrm rot="-733837">
            <a:off x="3543353" y="4093845"/>
            <a:ext cx="116900" cy="0"/>
          </a:xfrm>
          <a:prstGeom prst="line">
            <a:avLst/>
          </a:prstGeom>
          <a:noFill/>
          <a:ln w="105833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83" name="Shape 481"/>
          <p:cNvSpPr/>
          <p:nvPr/>
        </p:nvSpPr>
        <p:spPr>
          <a:xfrm rot="-440557">
            <a:off x="3657600" y="4069080"/>
            <a:ext cx="134152" cy="0"/>
          </a:xfrm>
          <a:prstGeom prst="line">
            <a:avLst/>
          </a:prstGeom>
          <a:noFill/>
          <a:ln w="97367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84" name="Shape 482"/>
          <p:cNvSpPr/>
          <p:nvPr/>
        </p:nvSpPr>
        <p:spPr>
          <a:xfrm rot="-466565">
            <a:off x="3790652" y="4051935"/>
            <a:ext cx="126717" cy="0"/>
          </a:xfrm>
          <a:prstGeom prst="line">
            <a:avLst/>
          </a:prstGeom>
          <a:noFill/>
          <a:ln w="93133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85" name="Shape 483"/>
          <p:cNvSpPr/>
          <p:nvPr/>
        </p:nvSpPr>
        <p:spPr>
          <a:xfrm rot="-491413">
            <a:off x="3916204" y="4034790"/>
            <a:ext cx="120350" cy="0"/>
          </a:xfrm>
          <a:prstGeom prst="line">
            <a:avLst/>
          </a:prstGeom>
          <a:noFill/>
          <a:ln w="889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86" name="Shape 484"/>
          <p:cNvSpPr/>
          <p:nvPr/>
        </p:nvSpPr>
        <p:spPr>
          <a:xfrm rot="-514221">
            <a:off x="4035326" y="4017645"/>
            <a:ext cx="115049" cy="0"/>
          </a:xfrm>
          <a:prstGeom prst="line">
            <a:avLst/>
          </a:prstGeom>
          <a:noFill/>
          <a:ln w="84667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87" name="Shape 485"/>
          <p:cNvSpPr/>
          <p:nvPr/>
        </p:nvSpPr>
        <p:spPr>
          <a:xfrm rot="-534037">
            <a:off x="4149090" y="4000500"/>
            <a:ext cx="110812" cy="0"/>
          </a:xfrm>
          <a:prstGeom prst="line">
            <a:avLst/>
          </a:prstGeom>
          <a:noFill/>
          <a:ln w="80433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88" name="Shape 486"/>
          <p:cNvSpPr/>
          <p:nvPr/>
        </p:nvSpPr>
        <p:spPr>
          <a:xfrm rot="-549922">
            <a:off x="4258568" y="3983355"/>
            <a:ext cx="107638" cy="0"/>
          </a:xfrm>
          <a:prstGeom prst="line">
            <a:avLst/>
          </a:prstGeom>
          <a:noFill/>
          <a:ln w="762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89" name="Shape 487"/>
          <p:cNvSpPr/>
          <p:nvPr/>
        </p:nvSpPr>
        <p:spPr>
          <a:xfrm rot="-561044">
            <a:off x="4364831" y="3966210"/>
            <a:ext cx="105522" cy="0"/>
          </a:xfrm>
          <a:prstGeom prst="line">
            <a:avLst/>
          </a:prstGeom>
          <a:noFill/>
          <a:ln w="71967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90" name="Shape 488"/>
          <p:cNvSpPr/>
          <p:nvPr/>
        </p:nvSpPr>
        <p:spPr>
          <a:xfrm rot="-566773">
            <a:off x="4468951" y="3949065"/>
            <a:ext cx="104465" cy="0"/>
          </a:xfrm>
          <a:prstGeom prst="line">
            <a:avLst/>
          </a:prstGeom>
          <a:noFill/>
          <a:ln w="67733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91" name="Shape 489"/>
          <p:cNvSpPr/>
          <p:nvPr/>
        </p:nvSpPr>
        <p:spPr>
          <a:xfrm rot="-1592757">
            <a:off x="3291840" y="5532120"/>
            <a:ext cx="122659" cy="0"/>
          </a:xfrm>
          <a:prstGeom prst="line">
            <a:avLst/>
          </a:prstGeom>
          <a:noFill/>
          <a:ln w="1778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92" name="Shape 490"/>
          <p:cNvSpPr/>
          <p:nvPr/>
        </p:nvSpPr>
        <p:spPr>
          <a:xfrm rot="-1585872">
            <a:off x="3401568" y="5477302"/>
            <a:ext cx="122537" cy="0"/>
          </a:xfrm>
          <a:prstGeom prst="line">
            <a:avLst/>
          </a:prstGeom>
          <a:noFill/>
          <a:ln w="16637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93" name="Shape 491"/>
          <p:cNvSpPr/>
          <p:nvPr/>
        </p:nvSpPr>
        <p:spPr>
          <a:xfrm rot="-1572062">
            <a:off x="3511296" y="5422758"/>
            <a:ext cx="122294" cy="0"/>
          </a:xfrm>
          <a:prstGeom prst="line">
            <a:avLst/>
          </a:prstGeom>
          <a:noFill/>
          <a:ln w="15494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94" name="Shape 492"/>
          <p:cNvSpPr/>
          <p:nvPr/>
        </p:nvSpPr>
        <p:spPr>
          <a:xfrm rot="-1551243">
            <a:off x="3621024" y="5368762"/>
            <a:ext cx="121932" cy="0"/>
          </a:xfrm>
          <a:prstGeom prst="line">
            <a:avLst/>
          </a:prstGeom>
          <a:noFill/>
          <a:ln w="14351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95" name="Shape 493"/>
          <p:cNvSpPr/>
          <p:nvPr/>
        </p:nvSpPr>
        <p:spPr>
          <a:xfrm rot="-1523294">
            <a:off x="3730752" y="5315590"/>
            <a:ext cx="121458" cy="0"/>
          </a:xfrm>
          <a:prstGeom prst="line">
            <a:avLst/>
          </a:prstGeom>
          <a:noFill/>
          <a:ln w="13208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96" name="Shape 494"/>
          <p:cNvSpPr/>
          <p:nvPr/>
        </p:nvSpPr>
        <p:spPr>
          <a:xfrm rot="-1488052">
            <a:off x="3840480" y="5263515"/>
            <a:ext cx="120876" cy="0"/>
          </a:xfrm>
          <a:prstGeom prst="line">
            <a:avLst/>
          </a:prstGeom>
          <a:noFill/>
          <a:ln w="12065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97" name="Shape 495"/>
          <p:cNvSpPr/>
          <p:nvPr/>
        </p:nvSpPr>
        <p:spPr>
          <a:xfrm rot="-1445317">
            <a:off x="3950208" y="5212812"/>
            <a:ext cx="120195" cy="0"/>
          </a:xfrm>
          <a:prstGeom prst="line">
            <a:avLst/>
          </a:prstGeom>
          <a:noFill/>
          <a:ln w="10922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98" name="Shape 496"/>
          <p:cNvSpPr/>
          <p:nvPr/>
        </p:nvSpPr>
        <p:spPr>
          <a:xfrm rot="-1394853">
            <a:off x="4059936" y="5163754"/>
            <a:ext cx="119424" cy="0"/>
          </a:xfrm>
          <a:prstGeom prst="line">
            <a:avLst/>
          </a:prstGeom>
          <a:noFill/>
          <a:ln w="9779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99" name="Shape 497"/>
          <p:cNvSpPr/>
          <p:nvPr/>
        </p:nvSpPr>
        <p:spPr>
          <a:xfrm rot="-1336391">
            <a:off x="4169664" y="5116617"/>
            <a:ext cx="118575" cy="0"/>
          </a:xfrm>
          <a:prstGeom prst="line">
            <a:avLst/>
          </a:prstGeom>
          <a:noFill/>
          <a:ln w="8636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500" name="Shape 498"/>
          <p:cNvSpPr/>
          <p:nvPr/>
        </p:nvSpPr>
        <p:spPr>
          <a:xfrm rot="-1269635">
            <a:off x="4279392" y="5071674"/>
            <a:ext cx="117662" cy="0"/>
          </a:xfrm>
          <a:prstGeom prst="line">
            <a:avLst/>
          </a:prstGeom>
          <a:noFill/>
          <a:ln w="7493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501" name="Shape 499"/>
          <p:cNvSpPr/>
          <p:nvPr/>
        </p:nvSpPr>
        <p:spPr>
          <a:xfrm rot="-8776013">
            <a:off x="2194560" y="4572000"/>
            <a:ext cx="78137" cy="0"/>
          </a:xfrm>
          <a:prstGeom prst="line">
            <a:avLst/>
          </a:prstGeom>
          <a:noFill/>
          <a:ln w="127000">
            <a:solidFill>
              <a:srgbClr val="F5C542">
                <a:alpha val="50000"/>
              </a:srgbClr>
            </a:solidFill>
            <a:prstDash val="solid"/>
          </a:ln>
        </p:spPr>
      </p:sp>
      <p:sp>
        <p:nvSpPr>
          <p:cNvPr id="502" name="Shape 500"/>
          <p:cNvSpPr/>
          <p:nvPr/>
        </p:nvSpPr>
        <p:spPr>
          <a:xfrm rot="-8799877">
            <a:off x="2129578" y="4528608"/>
            <a:ext cx="70178" cy="0"/>
          </a:xfrm>
          <a:prstGeom prst="line">
            <a:avLst/>
          </a:prstGeom>
          <a:noFill/>
          <a:ln w="118533">
            <a:solidFill>
              <a:srgbClr val="F5C542">
                <a:alpha val="50000"/>
              </a:srgbClr>
            </a:solidFill>
            <a:prstDash val="solid"/>
          </a:ln>
        </p:spPr>
      </p:sp>
      <p:sp>
        <p:nvSpPr>
          <p:cNvPr id="503" name="Shape 501"/>
          <p:cNvSpPr/>
          <p:nvPr/>
        </p:nvSpPr>
        <p:spPr>
          <a:xfrm rot="-8878944">
            <a:off x="2070947" y="4490043"/>
            <a:ext cx="63159" cy="0"/>
          </a:xfrm>
          <a:prstGeom prst="line">
            <a:avLst/>
          </a:prstGeom>
          <a:noFill/>
          <a:ln w="110067">
            <a:solidFill>
              <a:srgbClr val="F5C542">
                <a:alpha val="50000"/>
              </a:srgbClr>
            </a:solidFill>
            <a:prstDash val="solid"/>
          </a:ln>
        </p:spPr>
      </p:sp>
      <p:sp>
        <p:nvSpPr>
          <p:cNvPr id="504" name="Shape 502"/>
          <p:cNvSpPr/>
          <p:nvPr/>
        </p:nvSpPr>
        <p:spPr>
          <a:xfrm rot="-9029519">
            <a:off x="2017395" y="4456557"/>
            <a:ext cx="57155" cy="0"/>
          </a:xfrm>
          <a:prstGeom prst="line">
            <a:avLst/>
          </a:prstGeom>
          <a:noFill/>
          <a:ln w="101600">
            <a:solidFill>
              <a:srgbClr val="F5C542">
                <a:alpha val="50000"/>
              </a:srgbClr>
            </a:solidFill>
            <a:prstDash val="solid"/>
          </a:ln>
        </p:spPr>
      </p:sp>
      <p:sp>
        <p:nvSpPr>
          <p:cNvPr id="505" name="Shape 503"/>
          <p:cNvSpPr/>
          <p:nvPr/>
        </p:nvSpPr>
        <p:spPr>
          <a:xfrm rot="-9267057">
            <a:off x="1967653" y="4428405"/>
            <a:ext cx="52317" cy="0"/>
          </a:xfrm>
          <a:prstGeom prst="line">
            <a:avLst/>
          </a:prstGeom>
          <a:noFill/>
          <a:ln w="93133">
            <a:solidFill>
              <a:srgbClr val="F5C542">
                <a:alpha val="50000"/>
              </a:srgbClr>
            </a:solidFill>
            <a:prstDash val="solid"/>
          </a:ln>
        </p:spPr>
      </p:sp>
      <p:sp>
        <p:nvSpPr>
          <p:cNvPr id="506" name="Shape 504"/>
          <p:cNvSpPr/>
          <p:nvPr/>
        </p:nvSpPr>
        <p:spPr>
          <a:xfrm rot="-9599742">
            <a:off x="1920452" y="4405842"/>
            <a:ext cx="48881" cy="0"/>
          </a:xfrm>
          <a:prstGeom prst="line">
            <a:avLst/>
          </a:prstGeom>
          <a:noFill/>
          <a:ln w="84667">
            <a:solidFill>
              <a:srgbClr val="F5C542">
                <a:alpha val="50000"/>
              </a:srgbClr>
            </a:solidFill>
            <a:prstDash val="solid"/>
          </a:ln>
        </p:spPr>
      </p:sp>
      <p:sp>
        <p:nvSpPr>
          <p:cNvPr id="507" name="Shape 505"/>
          <p:cNvSpPr/>
          <p:nvPr/>
        </p:nvSpPr>
        <p:spPr>
          <a:xfrm>
            <a:off x="1554480" y="4160520"/>
            <a:ext cx="822960" cy="640080"/>
          </a:xfrm>
          <a:prstGeom prst="ellipse">
            <a:avLst/>
          </a:prstGeom>
          <a:solidFill>
            <a:srgbClr val="000000">
              <a:alpha val="12000"/>
            </a:srgbClr>
          </a:solidFill>
          <a:ln w="12700">
            <a:solidFill>
              <a:srgbClr val="F5C542"/>
            </a:solidFill>
            <a:prstDash val="dash"/>
          </a:ln>
        </p:spPr>
      </p:sp>
      <p:sp>
        <p:nvSpPr>
          <p:cNvPr id="508" name="Text 506"/>
          <p:cNvSpPr/>
          <p:nvPr/>
        </p:nvSpPr>
        <p:spPr>
          <a:xfrm>
            <a:off x="1554480" y="48188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</a:t>
            </a:r>
            <a:endParaRPr lang="en-US" sz="70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z-depths</a:t>
            </a:r>
            <a:endParaRPr lang="en-US" sz="700" dirty="0"/>
          </a:p>
        </p:txBody>
      </p:sp>
      <p:sp>
        <p:nvSpPr>
          <p:cNvPr id="509" name="Shape 507"/>
          <p:cNvSpPr/>
          <p:nvPr/>
        </p:nvSpPr>
        <p:spPr>
          <a:xfrm>
            <a:off x="822960" y="5852160"/>
            <a:ext cx="3474720" cy="274320"/>
          </a:xfrm>
          <a:prstGeom prst="roundRect">
            <a:avLst>
              <a:gd name="adj" fmla="val 16667"/>
            </a:avLst>
          </a:prstGeom>
          <a:solidFill>
            <a:srgbClr val="000000">
              <a:alpha val="60000"/>
            </a:srgbClr>
          </a:solidFill>
          <a:ln/>
        </p:spPr>
      </p:sp>
      <p:sp>
        <p:nvSpPr>
          <p:cNvPr id="510" name="Shape 508"/>
          <p:cNvSpPr/>
          <p:nvPr/>
        </p:nvSpPr>
        <p:spPr>
          <a:xfrm>
            <a:off x="1005840" y="5989320"/>
            <a:ext cx="274320" cy="0"/>
          </a:xfrm>
          <a:prstGeom prst="line">
            <a:avLst/>
          </a:prstGeom>
          <a:noFill/>
          <a:ln w="63500">
            <a:solidFill>
              <a:srgbClr val="E94560"/>
            </a:solidFill>
            <a:prstDash val="solid"/>
          </a:ln>
        </p:spPr>
      </p:sp>
      <p:sp>
        <p:nvSpPr>
          <p:cNvPr id="511" name="Text 509"/>
          <p:cNvSpPr/>
          <p:nvPr/>
        </p:nvSpPr>
        <p:spPr>
          <a:xfrm>
            <a:off x="1325880" y="587959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</a:t>
            </a:r>
            <a:endParaRPr lang="en-US" sz="800" dirty="0"/>
          </a:p>
        </p:txBody>
      </p:sp>
      <p:sp>
        <p:nvSpPr>
          <p:cNvPr id="512" name="Shape 510"/>
          <p:cNvSpPr/>
          <p:nvPr/>
        </p:nvSpPr>
        <p:spPr>
          <a:xfrm>
            <a:off x="1874520" y="5989320"/>
            <a:ext cx="274320" cy="0"/>
          </a:xfrm>
          <a:prstGeom prst="line">
            <a:avLst/>
          </a:prstGeom>
          <a:noFill/>
          <a:ln w="63500">
            <a:solidFill>
              <a:srgbClr val="F5C542"/>
            </a:solidFill>
            <a:prstDash val="solid"/>
          </a:ln>
        </p:spPr>
      </p:sp>
      <p:sp>
        <p:nvSpPr>
          <p:cNvPr id="513" name="Text 511"/>
          <p:cNvSpPr/>
          <p:nvPr/>
        </p:nvSpPr>
        <p:spPr>
          <a:xfrm>
            <a:off x="2194560" y="587959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</a:t>
            </a:r>
            <a:endParaRPr lang="en-US" sz="800" dirty="0"/>
          </a:p>
        </p:txBody>
      </p:sp>
      <p:sp>
        <p:nvSpPr>
          <p:cNvPr id="514" name="Shape 512"/>
          <p:cNvSpPr/>
          <p:nvPr/>
        </p:nvSpPr>
        <p:spPr>
          <a:xfrm>
            <a:off x="2743200" y="5989320"/>
            <a:ext cx="274320" cy="0"/>
          </a:xfrm>
          <a:prstGeom prst="line">
            <a:avLst/>
          </a:prstGeom>
          <a:noFill/>
          <a:ln w="63500">
            <a:solidFill>
              <a:srgbClr val="4DA8DA"/>
            </a:solidFill>
            <a:prstDash val="solid"/>
          </a:ln>
        </p:spPr>
      </p:sp>
      <p:sp>
        <p:nvSpPr>
          <p:cNvPr id="515" name="Text 513"/>
          <p:cNvSpPr/>
          <p:nvPr/>
        </p:nvSpPr>
        <p:spPr>
          <a:xfrm>
            <a:off x="3063240" y="58795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</a:t>
            </a:r>
            <a:endParaRPr lang="en-US" sz="800" dirty="0"/>
          </a:p>
        </p:txBody>
      </p:sp>
      <p:sp>
        <p:nvSpPr>
          <p:cNvPr id="516" name="Text 514"/>
          <p:cNvSpPr/>
          <p:nvPr/>
        </p:nvSpPr>
        <p:spPr>
          <a:xfrm>
            <a:off x="3383280" y="587959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Deep    Shallow →</a:t>
            </a:r>
            <a:endParaRPr lang="en-US" sz="650" dirty="0"/>
          </a:p>
        </p:txBody>
      </p:sp>
      <p:sp>
        <p:nvSpPr>
          <p:cNvPr id="517" name="Shape 515"/>
          <p:cNvSpPr/>
          <p:nvPr/>
        </p:nvSpPr>
        <p:spPr>
          <a:xfrm rot="-5990989">
            <a:off x="7680960" y="6080760"/>
            <a:ext cx="84188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18" name="Shape 516"/>
          <p:cNvSpPr/>
          <p:nvPr/>
        </p:nvSpPr>
        <p:spPr>
          <a:xfrm rot="-6037264">
            <a:off x="7666558" y="5997812"/>
            <a:ext cx="85580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19" name="Shape 517"/>
          <p:cNvSpPr/>
          <p:nvPr/>
        </p:nvSpPr>
        <p:spPr>
          <a:xfrm rot="-6083657">
            <a:off x="7650785" y="5913699"/>
            <a:ext cx="86784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20" name="Shape 518"/>
          <p:cNvSpPr/>
          <p:nvPr/>
        </p:nvSpPr>
        <p:spPr>
          <a:xfrm rot="-6130468">
            <a:off x="7633640" y="5828626"/>
            <a:ext cx="87803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21" name="Shape 519"/>
          <p:cNvSpPr/>
          <p:nvPr/>
        </p:nvSpPr>
        <p:spPr>
          <a:xfrm rot="-6177982">
            <a:off x="7615123" y="5742798"/>
            <a:ext cx="88637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22" name="Shape 520"/>
          <p:cNvSpPr/>
          <p:nvPr/>
        </p:nvSpPr>
        <p:spPr>
          <a:xfrm rot="-6226485">
            <a:off x="7595235" y="5656421"/>
            <a:ext cx="89287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23" name="Shape 521"/>
          <p:cNvSpPr/>
          <p:nvPr/>
        </p:nvSpPr>
        <p:spPr>
          <a:xfrm rot="-6276258">
            <a:off x="7573975" y="5569702"/>
            <a:ext cx="89757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24" name="Shape 522"/>
          <p:cNvSpPr/>
          <p:nvPr/>
        </p:nvSpPr>
        <p:spPr>
          <a:xfrm rot="-6327593">
            <a:off x="7551344" y="5482845"/>
            <a:ext cx="90046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25" name="Shape 523"/>
          <p:cNvSpPr/>
          <p:nvPr/>
        </p:nvSpPr>
        <p:spPr>
          <a:xfrm rot="-6380790">
            <a:off x="7527341" y="5396057"/>
            <a:ext cx="90158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26" name="Shape 524"/>
          <p:cNvSpPr/>
          <p:nvPr/>
        </p:nvSpPr>
        <p:spPr>
          <a:xfrm rot="-6436168">
            <a:off x="7501966" y="5309544"/>
            <a:ext cx="90095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27" name="Shape 525"/>
          <p:cNvSpPr/>
          <p:nvPr/>
        </p:nvSpPr>
        <p:spPr>
          <a:xfrm rot="-6494067">
            <a:off x="7475220" y="5223510"/>
            <a:ext cx="89860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28" name="Shape 526"/>
          <p:cNvSpPr/>
          <p:nvPr/>
        </p:nvSpPr>
        <p:spPr>
          <a:xfrm rot="-6554853">
            <a:off x="7447102" y="5138162"/>
            <a:ext cx="89457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29" name="Shape 527"/>
          <p:cNvSpPr/>
          <p:nvPr/>
        </p:nvSpPr>
        <p:spPr>
          <a:xfrm rot="-6618928">
            <a:off x="7417613" y="5053706"/>
            <a:ext cx="88888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30" name="Shape 528"/>
          <p:cNvSpPr/>
          <p:nvPr/>
        </p:nvSpPr>
        <p:spPr>
          <a:xfrm rot="-6686731">
            <a:off x="7386752" y="4970347"/>
            <a:ext cx="88160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31" name="Shape 529"/>
          <p:cNvSpPr/>
          <p:nvPr/>
        </p:nvSpPr>
        <p:spPr>
          <a:xfrm rot="-6758750">
            <a:off x="7354519" y="4888291"/>
            <a:ext cx="87276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32" name="Shape 530"/>
          <p:cNvSpPr/>
          <p:nvPr/>
        </p:nvSpPr>
        <p:spPr>
          <a:xfrm rot="-6835529">
            <a:off x="7320915" y="4807744"/>
            <a:ext cx="86243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33" name="Shape 531"/>
          <p:cNvSpPr/>
          <p:nvPr/>
        </p:nvSpPr>
        <p:spPr>
          <a:xfrm rot="-6917673">
            <a:off x="7285939" y="4728911"/>
            <a:ext cx="85069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34" name="Shape 532"/>
          <p:cNvSpPr/>
          <p:nvPr/>
        </p:nvSpPr>
        <p:spPr>
          <a:xfrm rot="-7005861">
            <a:off x="7249592" y="4651999"/>
            <a:ext cx="83760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35" name="Shape 533"/>
          <p:cNvSpPr/>
          <p:nvPr/>
        </p:nvSpPr>
        <p:spPr>
          <a:xfrm rot="-7100858">
            <a:off x="7211873" y="4577212"/>
            <a:ext cx="82327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36" name="Shape 534"/>
          <p:cNvSpPr/>
          <p:nvPr/>
        </p:nvSpPr>
        <p:spPr>
          <a:xfrm rot="-7203517">
            <a:off x="7172782" y="4504757"/>
            <a:ext cx="80781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37" name="Shape 535"/>
          <p:cNvSpPr/>
          <p:nvPr/>
        </p:nvSpPr>
        <p:spPr>
          <a:xfrm rot="-7280992">
            <a:off x="7132320" y="4434840"/>
            <a:ext cx="91439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38" name="Shape 536"/>
          <p:cNvSpPr/>
          <p:nvPr/>
        </p:nvSpPr>
        <p:spPr>
          <a:xfrm rot="-7472498">
            <a:off x="7084748" y="4356751"/>
            <a:ext cx="90060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39" name="Shape 537"/>
          <p:cNvSpPr/>
          <p:nvPr/>
        </p:nvSpPr>
        <p:spPr>
          <a:xfrm rot="-7661868">
            <a:off x="7033683" y="4282567"/>
            <a:ext cx="88700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40" name="Shape 538"/>
          <p:cNvSpPr/>
          <p:nvPr/>
        </p:nvSpPr>
        <p:spPr>
          <a:xfrm rot="-7849543">
            <a:off x="6979444" y="4212384"/>
            <a:ext cx="87336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41" name="Shape 539"/>
          <p:cNvSpPr/>
          <p:nvPr/>
        </p:nvSpPr>
        <p:spPr>
          <a:xfrm rot="-8036093">
            <a:off x="6922347" y="4146296"/>
            <a:ext cx="85952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42" name="Shape 540"/>
          <p:cNvSpPr/>
          <p:nvPr/>
        </p:nvSpPr>
        <p:spPr>
          <a:xfrm rot="-8222219">
            <a:off x="6862710" y="4084399"/>
            <a:ext cx="84531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43" name="Shape 541"/>
          <p:cNvSpPr/>
          <p:nvPr/>
        </p:nvSpPr>
        <p:spPr>
          <a:xfrm rot="-8408749">
            <a:off x="6800850" y="4026789"/>
            <a:ext cx="83062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44" name="Shape 542"/>
          <p:cNvSpPr/>
          <p:nvPr/>
        </p:nvSpPr>
        <p:spPr>
          <a:xfrm rot="-8596642">
            <a:off x="6737085" y="3973560"/>
            <a:ext cx="81533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45" name="Shape 543"/>
          <p:cNvSpPr/>
          <p:nvPr/>
        </p:nvSpPr>
        <p:spPr>
          <a:xfrm rot="-8786990">
            <a:off x="6671733" y="3924808"/>
            <a:ext cx="79940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46" name="Shape 544"/>
          <p:cNvSpPr/>
          <p:nvPr/>
        </p:nvSpPr>
        <p:spPr>
          <a:xfrm rot="-8981034">
            <a:off x="6605111" y="3880628"/>
            <a:ext cx="78279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47" name="Shape 545"/>
          <p:cNvSpPr/>
          <p:nvPr/>
        </p:nvSpPr>
        <p:spPr>
          <a:xfrm rot="-9180166">
            <a:off x="6537537" y="3841115"/>
            <a:ext cx="76552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48" name="Shape 546"/>
          <p:cNvSpPr/>
          <p:nvPr/>
        </p:nvSpPr>
        <p:spPr>
          <a:xfrm rot="-9385943">
            <a:off x="6469327" y="3806365"/>
            <a:ext cx="74763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49" name="Shape 547"/>
          <p:cNvSpPr/>
          <p:nvPr/>
        </p:nvSpPr>
        <p:spPr>
          <a:xfrm rot="-2220225">
            <a:off x="7406640" y="4892040"/>
            <a:ext cx="99854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50" name="Shape 548"/>
          <p:cNvSpPr/>
          <p:nvPr/>
        </p:nvSpPr>
        <p:spPr>
          <a:xfrm rot="-2229270">
            <a:off x="7486383" y="4831941"/>
            <a:ext cx="103314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51" name="Shape 549"/>
          <p:cNvSpPr/>
          <p:nvPr/>
        </p:nvSpPr>
        <p:spPr>
          <a:xfrm rot="-2228788">
            <a:off x="7568726" y="4769542"/>
            <a:ext cx="106314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52" name="Shape 550"/>
          <p:cNvSpPr/>
          <p:nvPr/>
        </p:nvSpPr>
        <p:spPr>
          <a:xfrm rot="-2219561">
            <a:off x="7653468" y="4705344"/>
            <a:ext cx="108852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53" name="Shape 551"/>
          <p:cNvSpPr/>
          <p:nvPr/>
        </p:nvSpPr>
        <p:spPr>
          <a:xfrm rot="-2202073">
            <a:off x="7740409" y="4639847"/>
            <a:ext cx="110931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54" name="Shape 552"/>
          <p:cNvSpPr/>
          <p:nvPr/>
        </p:nvSpPr>
        <p:spPr>
          <a:xfrm rot="-2176571">
            <a:off x="7829350" y="4573550"/>
            <a:ext cx="112557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55" name="Shape 553"/>
          <p:cNvSpPr/>
          <p:nvPr/>
        </p:nvSpPr>
        <p:spPr>
          <a:xfrm rot="-2143092">
            <a:off x="7920090" y="4506952"/>
            <a:ext cx="113733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56" name="Shape 554"/>
          <p:cNvSpPr/>
          <p:nvPr/>
        </p:nvSpPr>
        <p:spPr>
          <a:xfrm rot="-2101489">
            <a:off x="8012430" y="4440555"/>
            <a:ext cx="114469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57" name="Shape 555"/>
          <p:cNvSpPr/>
          <p:nvPr/>
        </p:nvSpPr>
        <p:spPr>
          <a:xfrm rot="-2051440">
            <a:off x="8106169" y="4374857"/>
            <a:ext cx="114775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58" name="Shape 556"/>
          <p:cNvSpPr/>
          <p:nvPr/>
        </p:nvSpPr>
        <p:spPr>
          <a:xfrm rot="-1992447">
            <a:off x="8201108" y="4310360"/>
            <a:ext cx="114664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59" name="Shape 557"/>
          <p:cNvSpPr/>
          <p:nvPr/>
        </p:nvSpPr>
        <p:spPr>
          <a:xfrm rot="-1923833">
            <a:off x="8297047" y="4247561"/>
            <a:ext cx="114152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60" name="Shape 558"/>
          <p:cNvSpPr/>
          <p:nvPr/>
        </p:nvSpPr>
        <p:spPr>
          <a:xfrm rot="-1844728">
            <a:off x="8393785" y="4186962"/>
            <a:ext cx="113257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61" name="Shape 559"/>
          <p:cNvSpPr/>
          <p:nvPr/>
        </p:nvSpPr>
        <p:spPr>
          <a:xfrm rot="-1754055">
            <a:off x="8491124" y="4129063"/>
            <a:ext cx="112004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62" name="Shape 560"/>
          <p:cNvSpPr/>
          <p:nvPr/>
        </p:nvSpPr>
        <p:spPr>
          <a:xfrm rot="-1650509">
            <a:off x="8588862" y="4074362"/>
            <a:ext cx="110422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63" name="Shape 561"/>
          <p:cNvSpPr/>
          <p:nvPr/>
        </p:nvSpPr>
        <p:spPr>
          <a:xfrm rot="-1536131">
            <a:off x="8686800" y="4023360"/>
            <a:ext cx="114070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64" name="Shape 562"/>
          <p:cNvSpPr/>
          <p:nvPr/>
        </p:nvSpPr>
        <p:spPr>
          <a:xfrm rot="-1417763">
            <a:off x="8789670" y="3974068"/>
            <a:ext cx="112284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65" name="Shape 563"/>
          <p:cNvSpPr/>
          <p:nvPr/>
        </p:nvSpPr>
        <p:spPr>
          <a:xfrm rot="-1295719">
            <a:off x="8892540" y="3929063"/>
            <a:ext cx="110636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66" name="Shape 564"/>
          <p:cNvSpPr/>
          <p:nvPr/>
        </p:nvSpPr>
        <p:spPr>
          <a:xfrm rot="-1170147">
            <a:off x="8995410" y="3888343"/>
            <a:ext cx="109131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67" name="Shape 565"/>
          <p:cNvSpPr/>
          <p:nvPr/>
        </p:nvSpPr>
        <p:spPr>
          <a:xfrm rot="-1041241">
            <a:off x="9098280" y="3851910"/>
            <a:ext cx="107776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68" name="Shape 566"/>
          <p:cNvSpPr/>
          <p:nvPr/>
        </p:nvSpPr>
        <p:spPr>
          <a:xfrm rot="-909244">
            <a:off x="9201150" y="3819763"/>
            <a:ext cx="106576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69" name="Shape 567"/>
          <p:cNvSpPr/>
          <p:nvPr/>
        </p:nvSpPr>
        <p:spPr>
          <a:xfrm rot="-774445">
            <a:off x="9304020" y="3791903"/>
            <a:ext cx="105537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70" name="Shape 568"/>
          <p:cNvSpPr/>
          <p:nvPr/>
        </p:nvSpPr>
        <p:spPr>
          <a:xfrm rot="-637179">
            <a:off x="9406890" y="3768328"/>
            <a:ext cx="104663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71" name="Shape 569"/>
          <p:cNvSpPr/>
          <p:nvPr/>
        </p:nvSpPr>
        <p:spPr>
          <a:xfrm rot="-8879677">
            <a:off x="7132320" y="4434840"/>
            <a:ext cx="121309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72" name="Shape 570"/>
          <p:cNvSpPr/>
          <p:nvPr/>
        </p:nvSpPr>
        <p:spPr>
          <a:xfrm rot="-9093424">
            <a:off x="7029450" y="4370546"/>
            <a:ext cx="116992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73" name="Shape 571"/>
          <p:cNvSpPr/>
          <p:nvPr/>
        </p:nvSpPr>
        <p:spPr>
          <a:xfrm rot="-9322586">
            <a:off x="6926580" y="4314825"/>
            <a:ext cx="113160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74" name="Shape 572"/>
          <p:cNvSpPr/>
          <p:nvPr/>
        </p:nvSpPr>
        <p:spPr>
          <a:xfrm rot="-9566637">
            <a:off x="6823710" y="4267676"/>
            <a:ext cx="109865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75" name="Shape 573"/>
          <p:cNvSpPr/>
          <p:nvPr/>
        </p:nvSpPr>
        <p:spPr>
          <a:xfrm rot="-9824388">
            <a:off x="6720840" y="4229100"/>
            <a:ext cx="107156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76" name="Shape 574"/>
          <p:cNvSpPr/>
          <p:nvPr/>
        </p:nvSpPr>
        <p:spPr>
          <a:xfrm rot="-10093903">
            <a:off x="6617970" y="4199096"/>
            <a:ext cx="105079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77" name="Shape 575"/>
          <p:cNvSpPr/>
          <p:nvPr/>
        </p:nvSpPr>
        <p:spPr>
          <a:xfrm rot="-10372499">
            <a:off x="6515100" y="4177665"/>
            <a:ext cx="103671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78" name="Shape 576"/>
          <p:cNvSpPr/>
          <p:nvPr/>
        </p:nvSpPr>
        <p:spPr>
          <a:xfrm rot="-10656843">
            <a:off x="6412230" y="4164806"/>
            <a:ext cx="102959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79" name="Shape 577"/>
          <p:cNvSpPr/>
          <p:nvPr/>
        </p:nvSpPr>
        <p:spPr>
          <a:xfrm rot="-4061112">
            <a:off x="8229600" y="4251960"/>
            <a:ext cx="90309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80" name="Shape 578"/>
          <p:cNvSpPr/>
          <p:nvPr/>
        </p:nvSpPr>
        <p:spPr>
          <a:xfrm rot="-3992927">
            <a:off x="8263890" y="4168414"/>
            <a:ext cx="86163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81" name="Shape 579"/>
          <p:cNvSpPr/>
          <p:nvPr/>
        </p:nvSpPr>
        <p:spPr>
          <a:xfrm rot="-3914120">
            <a:off x="8298180" y="4089368"/>
            <a:ext cx="81859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82" name="Shape 580"/>
          <p:cNvSpPr/>
          <p:nvPr/>
        </p:nvSpPr>
        <p:spPr>
          <a:xfrm rot="-3822413">
            <a:off x="8332470" y="4015038"/>
            <a:ext cx="77410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83" name="Shape 581"/>
          <p:cNvSpPr/>
          <p:nvPr/>
        </p:nvSpPr>
        <p:spPr>
          <a:xfrm rot="-3714857">
            <a:off x="8366760" y="3945636"/>
            <a:ext cx="72835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84" name="Shape 582"/>
          <p:cNvSpPr/>
          <p:nvPr/>
        </p:nvSpPr>
        <p:spPr>
          <a:xfrm rot="-3587597">
            <a:off x="8401050" y="3881378"/>
            <a:ext cx="68155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85" name="Shape 583"/>
          <p:cNvSpPr/>
          <p:nvPr/>
        </p:nvSpPr>
        <p:spPr>
          <a:xfrm rot="-3435537">
            <a:off x="8435340" y="3822478"/>
            <a:ext cx="63401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86" name="Shape 584"/>
          <p:cNvSpPr/>
          <p:nvPr/>
        </p:nvSpPr>
        <p:spPr>
          <a:xfrm rot="-3251911">
            <a:off x="8469630" y="3769150"/>
            <a:ext cx="58618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87" name="Shape 585"/>
          <p:cNvSpPr/>
          <p:nvPr/>
        </p:nvSpPr>
        <p:spPr>
          <a:xfrm rot="-6590125">
            <a:off x="9052560" y="6080760"/>
            <a:ext cx="97174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88" name="Shape 586"/>
          <p:cNvSpPr/>
          <p:nvPr/>
        </p:nvSpPr>
        <p:spPr>
          <a:xfrm rot="-6749549">
            <a:off x="9019587" y="5989351"/>
            <a:ext cx="98731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89" name="Shape 587"/>
          <p:cNvSpPr/>
          <p:nvPr/>
        </p:nvSpPr>
        <p:spPr>
          <a:xfrm rot="-6897666">
            <a:off x="8981816" y="5898131"/>
            <a:ext cx="100204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90" name="Shape 588"/>
          <p:cNvSpPr/>
          <p:nvPr/>
        </p:nvSpPr>
        <p:spPr>
          <a:xfrm rot="-7035677">
            <a:off x="8939530" y="5807287"/>
            <a:ext cx="101560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91" name="Shape 589"/>
          <p:cNvSpPr/>
          <p:nvPr/>
        </p:nvSpPr>
        <p:spPr>
          <a:xfrm rot="-7164722">
            <a:off x="8893010" y="5717007"/>
            <a:ext cx="102774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92" name="Shape 590"/>
          <p:cNvSpPr/>
          <p:nvPr/>
        </p:nvSpPr>
        <p:spPr>
          <a:xfrm rot="-7285872">
            <a:off x="8842540" y="5627480"/>
            <a:ext cx="103820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93" name="Shape 591"/>
          <p:cNvSpPr/>
          <p:nvPr/>
        </p:nvSpPr>
        <p:spPr>
          <a:xfrm rot="-7400125">
            <a:off x="8788400" y="5538893"/>
            <a:ext cx="104681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94" name="Shape 592"/>
          <p:cNvSpPr/>
          <p:nvPr/>
        </p:nvSpPr>
        <p:spPr>
          <a:xfrm rot="-7508408">
            <a:off x="8730874" y="5451436"/>
            <a:ext cx="105339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95" name="Shape 593"/>
          <p:cNvSpPr/>
          <p:nvPr/>
        </p:nvSpPr>
        <p:spPr>
          <a:xfrm rot="-7611582">
            <a:off x="8670243" y="5365295"/>
            <a:ext cx="105780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96" name="Shape 594"/>
          <p:cNvSpPr/>
          <p:nvPr/>
        </p:nvSpPr>
        <p:spPr>
          <a:xfrm rot="-7710455">
            <a:off x="8606790" y="5280660"/>
            <a:ext cx="105993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97" name="Shape 595"/>
          <p:cNvSpPr/>
          <p:nvPr/>
        </p:nvSpPr>
        <p:spPr>
          <a:xfrm rot="-7805788">
            <a:off x="8540797" y="5197718"/>
            <a:ext cx="105967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98" name="Shape 596"/>
          <p:cNvSpPr/>
          <p:nvPr/>
        </p:nvSpPr>
        <p:spPr>
          <a:xfrm rot="-7898309">
            <a:off x="8472546" y="5116658"/>
            <a:ext cx="105694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99" name="Shape 597"/>
          <p:cNvSpPr/>
          <p:nvPr/>
        </p:nvSpPr>
        <p:spPr>
          <a:xfrm rot="-7988723">
            <a:off x="8402320" y="5037667"/>
            <a:ext cx="105168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00" name="Shape 598"/>
          <p:cNvSpPr/>
          <p:nvPr/>
        </p:nvSpPr>
        <p:spPr>
          <a:xfrm rot="-8077727">
            <a:off x="8330400" y="4960934"/>
            <a:ext cx="104384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01" name="Shape 599"/>
          <p:cNvSpPr/>
          <p:nvPr/>
        </p:nvSpPr>
        <p:spPr>
          <a:xfrm rot="-8166024">
            <a:off x="8257070" y="4886646"/>
            <a:ext cx="103336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02" name="Shape 600"/>
          <p:cNvSpPr/>
          <p:nvPr/>
        </p:nvSpPr>
        <p:spPr>
          <a:xfrm rot="-8254339">
            <a:off x="8182610" y="4814993"/>
            <a:ext cx="102023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03" name="Shape 601"/>
          <p:cNvSpPr/>
          <p:nvPr/>
        </p:nvSpPr>
        <p:spPr>
          <a:xfrm rot="-8343434">
            <a:off x="8107304" y="4746162"/>
            <a:ext cx="100443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04" name="Shape 602"/>
          <p:cNvSpPr/>
          <p:nvPr/>
        </p:nvSpPr>
        <p:spPr>
          <a:xfrm rot="-8434135">
            <a:off x="8031433" y="4680342"/>
            <a:ext cx="98594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05" name="Shape 603"/>
          <p:cNvSpPr/>
          <p:nvPr/>
        </p:nvSpPr>
        <p:spPr>
          <a:xfrm rot="-8889903">
            <a:off x="7955280" y="4617720"/>
            <a:ext cx="106541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06" name="Shape 604"/>
          <p:cNvSpPr/>
          <p:nvPr/>
        </p:nvSpPr>
        <p:spPr>
          <a:xfrm rot="-8912941">
            <a:off x="7864766" y="4561523"/>
            <a:ext cx="104055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07" name="Shape 605"/>
          <p:cNvSpPr/>
          <p:nvPr/>
        </p:nvSpPr>
        <p:spPr>
          <a:xfrm rot="-8939874">
            <a:off x="7775998" y="4507230"/>
            <a:ext cx="101710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08" name="Shape 606"/>
          <p:cNvSpPr/>
          <p:nvPr/>
        </p:nvSpPr>
        <p:spPr>
          <a:xfrm rot="-8970862">
            <a:off x="7688818" y="4454843"/>
            <a:ext cx="99508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09" name="Shape 607"/>
          <p:cNvSpPr/>
          <p:nvPr/>
        </p:nvSpPr>
        <p:spPr>
          <a:xfrm rot="-9006046">
            <a:off x="7603067" y="4404360"/>
            <a:ext cx="97452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10" name="Shape 608"/>
          <p:cNvSpPr/>
          <p:nvPr/>
        </p:nvSpPr>
        <p:spPr>
          <a:xfrm rot="-9045536">
            <a:off x="7518585" y="4355783"/>
            <a:ext cx="95545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11" name="Shape 609"/>
          <p:cNvSpPr/>
          <p:nvPr/>
        </p:nvSpPr>
        <p:spPr>
          <a:xfrm rot="-9089409">
            <a:off x="7435215" y="4309110"/>
            <a:ext cx="93791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12" name="Shape 610"/>
          <p:cNvSpPr/>
          <p:nvPr/>
        </p:nvSpPr>
        <p:spPr>
          <a:xfrm rot="-9137704">
            <a:off x="7352797" y="4264343"/>
            <a:ext cx="92194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13" name="Shape 611"/>
          <p:cNvSpPr/>
          <p:nvPr/>
        </p:nvSpPr>
        <p:spPr>
          <a:xfrm rot="-9190410">
            <a:off x="7271173" y="4221480"/>
            <a:ext cx="90756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14" name="Shape 612"/>
          <p:cNvSpPr/>
          <p:nvPr/>
        </p:nvSpPr>
        <p:spPr>
          <a:xfrm rot="-9247464">
            <a:off x="7190184" y="4180523"/>
            <a:ext cx="89484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15" name="Shape 613"/>
          <p:cNvSpPr/>
          <p:nvPr/>
        </p:nvSpPr>
        <p:spPr>
          <a:xfrm rot="-9308748">
            <a:off x="7109672" y="4141470"/>
            <a:ext cx="88381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16" name="Shape 614"/>
          <p:cNvSpPr/>
          <p:nvPr/>
        </p:nvSpPr>
        <p:spPr>
          <a:xfrm rot="-9374078">
            <a:off x="7029476" y="4104323"/>
            <a:ext cx="87452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17" name="Shape 615"/>
          <p:cNvSpPr/>
          <p:nvPr/>
        </p:nvSpPr>
        <p:spPr>
          <a:xfrm rot="-9317254">
            <a:off x="8412480" y="4983480"/>
            <a:ext cx="104678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18" name="Shape 616"/>
          <p:cNvSpPr/>
          <p:nvPr/>
        </p:nvSpPr>
        <p:spPr>
          <a:xfrm rot="-9523158">
            <a:off x="8317389" y="4939718"/>
            <a:ext cx="109205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19" name="Shape 617"/>
          <p:cNvSpPr/>
          <p:nvPr/>
        </p:nvSpPr>
        <p:spPr>
          <a:xfrm rot="-9712216">
            <a:off x="8215630" y="4900083"/>
            <a:ext cx="113088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20" name="Shape 618"/>
          <p:cNvSpPr/>
          <p:nvPr/>
        </p:nvSpPr>
        <p:spPr>
          <a:xfrm rot="-9889907">
            <a:off x="8108156" y="4864894"/>
            <a:ext cx="116288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21" name="Shape 619"/>
          <p:cNvSpPr/>
          <p:nvPr/>
        </p:nvSpPr>
        <p:spPr>
          <a:xfrm rot="-10060730">
            <a:off x="7995920" y="4834467"/>
            <a:ext cx="118782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22" name="Shape 620"/>
          <p:cNvSpPr/>
          <p:nvPr/>
        </p:nvSpPr>
        <p:spPr>
          <a:xfrm rot="-10228540">
            <a:off x="7879874" y="4809120"/>
            <a:ext cx="120566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23" name="Shape 621"/>
          <p:cNvSpPr/>
          <p:nvPr/>
        </p:nvSpPr>
        <p:spPr>
          <a:xfrm rot="-10396798">
            <a:off x="7760970" y="4789170"/>
            <a:ext cx="121644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24" name="Shape 622"/>
          <p:cNvSpPr/>
          <p:nvPr/>
        </p:nvSpPr>
        <p:spPr>
          <a:xfrm rot="-10568776">
            <a:off x="7640161" y="4774935"/>
            <a:ext cx="122037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25" name="Shape 623"/>
          <p:cNvSpPr/>
          <p:nvPr/>
        </p:nvSpPr>
        <p:spPr>
          <a:xfrm rot="-10747713">
            <a:off x="7518400" y="4766733"/>
            <a:ext cx="121775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26" name="Shape 624"/>
          <p:cNvSpPr/>
          <p:nvPr/>
        </p:nvSpPr>
        <p:spPr>
          <a:xfrm rot="10663044">
            <a:off x="7396639" y="4764881"/>
            <a:ext cx="120905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27" name="Shape 625"/>
          <p:cNvSpPr/>
          <p:nvPr/>
        </p:nvSpPr>
        <p:spPr>
          <a:xfrm rot="10459940">
            <a:off x="7275830" y="4769697"/>
            <a:ext cx="119488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28" name="Shape 626"/>
          <p:cNvSpPr/>
          <p:nvPr/>
        </p:nvSpPr>
        <p:spPr>
          <a:xfrm rot="10239126">
            <a:off x="7156926" y="4781497"/>
            <a:ext cx="117608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29" name="Shape 627"/>
          <p:cNvSpPr/>
          <p:nvPr/>
        </p:nvSpPr>
        <p:spPr>
          <a:xfrm rot="10165165">
            <a:off x="7040880" y="4800600"/>
            <a:ext cx="104558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30" name="Shape 628"/>
          <p:cNvSpPr/>
          <p:nvPr/>
        </p:nvSpPr>
        <p:spPr>
          <a:xfrm rot="10040963">
            <a:off x="6938099" y="4819799"/>
            <a:ext cx="104789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31" name="Shape 629"/>
          <p:cNvSpPr/>
          <p:nvPr/>
        </p:nvSpPr>
        <p:spPr>
          <a:xfrm rot="9930039">
            <a:off x="6835854" y="4842748"/>
            <a:ext cx="104502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32" name="Shape 630"/>
          <p:cNvSpPr/>
          <p:nvPr/>
        </p:nvSpPr>
        <p:spPr>
          <a:xfrm rot="9830666">
            <a:off x="6734681" y="4868912"/>
            <a:ext cx="103660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33" name="Shape 631"/>
          <p:cNvSpPr/>
          <p:nvPr/>
        </p:nvSpPr>
        <p:spPr>
          <a:xfrm rot="9741383">
            <a:off x="6635115" y="4897755"/>
            <a:ext cx="102232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34" name="Shape 632"/>
          <p:cNvSpPr/>
          <p:nvPr/>
        </p:nvSpPr>
        <p:spPr>
          <a:xfrm rot="9660961">
            <a:off x="6537692" y="4928741"/>
            <a:ext cx="100194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35" name="Shape 633"/>
          <p:cNvSpPr/>
          <p:nvPr/>
        </p:nvSpPr>
        <p:spPr>
          <a:xfrm rot="9588374">
            <a:off x="6442948" y="4961334"/>
            <a:ext cx="97524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36" name="Shape 634"/>
          <p:cNvSpPr/>
          <p:nvPr/>
        </p:nvSpPr>
        <p:spPr>
          <a:xfrm rot="9522776">
            <a:off x="6351419" y="4994999"/>
            <a:ext cx="94206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37" name="Shape 635"/>
          <p:cNvSpPr/>
          <p:nvPr/>
        </p:nvSpPr>
        <p:spPr>
          <a:xfrm rot="-2133183">
            <a:off x="7955280" y="4617720"/>
            <a:ext cx="114669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38" name="Shape 636"/>
          <p:cNvSpPr/>
          <p:nvPr/>
        </p:nvSpPr>
        <p:spPr>
          <a:xfrm rot="-1980309">
            <a:off x="8048572" y="4551045"/>
            <a:ext cx="115409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39" name="Shape 637"/>
          <p:cNvSpPr/>
          <p:nvPr/>
        </p:nvSpPr>
        <p:spPr>
          <a:xfrm rot="-1834447">
            <a:off x="8145357" y="4488180"/>
            <a:ext cx="116101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40" name="Shape 638"/>
          <p:cNvSpPr/>
          <p:nvPr/>
        </p:nvSpPr>
        <p:spPr>
          <a:xfrm rot="-1694984">
            <a:off x="8245316" y="4429125"/>
            <a:ext cx="116719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41" name="Shape 639"/>
          <p:cNvSpPr/>
          <p:nvPr/>
        </p:nvSpPr>
        <p:spPr>
          <a:xfrm rot="-1561289">
            <a:off x="8348133" y="4373880"/>
            <a:ext cx="117242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42" name="Shape 640"/>
          <p:cNvSpPr/>
          <p:nvPr/>
        </p:nvSpPr>
        <p:spPr>
          <a:xfrm rot="-1432725">
            <a:off x="8453490" y="4322445"/>
            <a:ext cx="117650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43" name="Shape 641"/>
          <p:cNvSpPr/>
          <p:nvPr/>
        </p:nvSpPr>
        <p:spPr>
          <a:xfrm rot="-1308657">
            <a:off x="8561070" y="4274820"/>
            <a:ext cx="117926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44" name="Shape 642"/>
          <p:cNvSpPr/>
          <p:nvPr/>
        </p:nvSpPr>
        <p:spPr>
          <a:xfrm rot="-1188455">
            <a:off x="8670555" y="4231005"/>
            <a:ext cx="118057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45" name="Shape 643"/>
          <p:cNvSpPr/>
          <p:nvPr/>
        </p:nvSpPr>
        <p:spPr>
          <a:xfrm rot="-1071492">
            <a:off x="8781627" y="4191000"/>
            <a:ext cx="118029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46" name="Shape 644"/>
          <p:cNvSpPr/>
          <p:nvPr/>
        </p:nvSpPr>
        <p:spPr>
          <a:xfrm rot="-957148">
            <a:off x="8893969" y="4154805"/>
            <a:ext cx="117832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47" name="Shape 645"/>
          <p:cNvSpPr/>
          <p:nvPr/>
        </p:nvSpPr>
        <p:spPr>
          <a:xfrm rot="-844804">
            <a:off x="9007263" y="4122420"/>
            <a:ext cx="117458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48" name="Shape 646"/>
          <p:cNvSpPr/>
          <p:nvPr/>
        </p:nvSpPr>
        <p:spPr>
          <a:xfrm rot="-733837">
            <a:off x="9121193" y="4093845"/>
            <a:ext cx="116900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49" name="Shape 647"/>
          <p:cNvSpPr/>
          <p:nvPr/>
        </p:nvSpPr>
        <p:spPr>
          <a:xfrm rot="-440557">
            <a:off x="9235440" y="4069080"/>
            <a:ext cx="134152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50" name="Shape 648"/>
          <p:cNvSpPr/>
          <p:nvPr/>
        </p:nvSpPr>
        <p:spPr>
          <a:xfrm rot="-466565">
            <a:off x="9368492" y="4051935"/>
            <a:ext cx="126717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51" name="Shape 649"/>
          <p:cNvSpPr/>
          <p:nvPr/>
        </p:nvSpPr>
        <p:spPr>
          <a:xfrm rot="-491413">
            <a:off x="9494044" y="4034790"/>
            <a:ext cx="120350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52" name="Shape 650"/>
          <p:cNvSpPr/>
          <p:nvPr/>
        </p:nvSpPr>
        <p:spPr>
          <a:xfrm rot="-514221">
            <a:off x="9613166" y="4017645"/>
            <a:ext cx="115049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53" name="Shape 651"/>
          <p:cNvSpPr/>
          <p:nvPr/>
        </p:nvSpPr>
        <p:spPr>
          <a:xfrm rot="-534037">
            <a:off x="9726930" y="4000500"/>
            <a:ext cx="110812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54" name="Shape 652"/>
          <p:cNvSpPr/>
          <p:nvPr/>
        </p:nvSpPr>
        <p:spPr>
          <a:xfrm rot="-549922">
            <a:off x="9836408" y="3983355"/>
            <a:ext cx="107638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55" name="Shape 653"/>
          <p:cNvSpPr/>
          <p:nvPr/>
        </p:nvSpPr>
        <p:spPr>
          <a:xfrm rot="-561044">
            <a:off x="9942671" y="3966210"/>
            <a:ext cx="105522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56" name="Shape 654"/>
          <p:cNvSpPr/>
          <p:nvPr/>
        </p:nvSpPr>
        <p:spPr>
          <a:xfrm rot="-566773">
            <a:off x="10046791" y="3949065"/>
            <a:ext cx="104465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57" name="Shape 655"/>
          <p:cNvSpPr/>
          <p:nvPr/>
        </p:nvSpPr>
        <p:spPr>
          <a:xfrm rot="-1592757">
            <a:off x="8869680" y="5532120"/>
            <a:ext cx="122659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58" name="Shape 656"/>
          <p:cNvSpPr/>
          <p:nvPr/>
        </p:nvSpPr>
        <p:spPr>
          <a:xfrm rot="-1585872">
            <a:off x="8979408" y="5477302"/>
            <a:ext cx="122537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59" name="Shape 657"/>
          <p:cNvSpPr/>
          <p:nvPr/>
        </p:nvSpPr>
        <p:spPr>
          <a:xfrm rot="-1572062">
            <a:off x="9089136" y="5422758"/>
            <a:ext cx="122294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60" name="Shape 658"/>
          <p:cNvSpPr/>
          <p:nvPr/>
        </p:nvSpPr>
        <p:spPr>
          <a:xfrm rot="-1551243">
            <a:off x="9198864" y="5368762"/>
            <a:ext cx="121932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61" name="Shape 659"/>
          <p:cNvSpPr/>
          <p:nvPr/>
        </p:nvSpPr>
        <p:spPr>
          <a:xfrm rot="-1523294">
            <a:off x="9308592" y="5315590"/>
            <a:ext cx="121458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62" name="Shape 660"/>
          <p:cNvSpPr/>
          <p:nvPr/>
        </p:nvSpPr>
        <p:spPr>
          <a:xfrm rot="-1488052">
            <a:off x="9418320" y="5263515"/>
            <a:ext cx="120876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63" name="Shape 661"/>
          <p:cNvSpPr/>
          <p:nvPr/>
        </p:nvSpPr>
        <p:spPr>
          <a:xfrm rot="-1445317">
            <a:off x="9528048" y="5212812"/>
            <a:ext cx="120195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64" name="Shape 662"/>
          <p:cNvSpPr/>
          <p:nvPr/>
        </p:nvSpPr>
        <p:spPr>
          <a:xfrm rot="-1394853">
            <a:off x="9637776" y="5163754"/>
            <a:ext cx="119424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65" name="Shape 663"/>
          <p:cNvSpPr/>
          <p:nvPr/>
        </p:nvSpPr>
        <p:spPr>
          <a:xfrm rot="-1336391">
            <a:off x="9747504" y="5116617"/>
            <a:ext cx="118575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66" name="Shape 664"/>
          <p:cNvSpPr/>
          <p:nvPr/>
        </p:nvSpPr>
        <p:spPr>
          <a:xfrm rot="-1269635">
            <a:off x="9857232" y="5071674"/>
            <a:ext cx="117662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67" name="Shape 665"/>
          <p:cNvSpPr/>
          <p:nvPr/>
        </p:nvSpPr>
        <p:spPr>
          <a:xfrm rot="-8776013">
            <a:off x="7772400" y="4572000"/>
            <a:ext cx="78137" cy="0"/>
          </a:xfrm>
          <a:prstGeom prst="line">
            <a:avLst/>
          </a:prstGeom>
          <a:noFill/>
          <a:ln w="31750">
            <a:solidFill>
              <a:srgbClr val="F5C542"/>
            </a:solidFill>
            <a:prstDash val="solid"/>
          </a:ln>
        </p:spPr>
      </p:sp>
      <p:sp>
        <p:nvSpPr>
          <p:cNvPr id="668" name="Shape 666"/>
          <p:cNvSpPr/>
          <p:nvPr/>
        </p:nvSpPr>
        <p:spPr>
          <a:xfrm rot="-8799877">
            <a:off x="7707418" y="4528608"/>
            <a:ext cx="70178" cy="0"/>
          </a:xfrm>
          <a:prstGeom prst="line">
            <a:avLst/>
          </a:prstGeom>
          <a:noFill/>
          <a:ln w="31750">
            <a:solidFill>
              <a:srgbClr val="F5C542"/>
            </a:solidFill>
            <a:prstDash val="solid"/>
          </a:ln>
        </p:spPr>
      </p:sp>
      <p:sp>
        <p:nvSpPr>
          <p:cNvPr id="669" name="Shape 667"/>
          <p:cNvSpPr/>
          <p:nvPr/>
        </p:nvSpPr>
        <p:spPr>
          <a:xfrm rot="-8878944">
            <a:off x="7648787" y="4490043"/>
            <a:ext cx="63159" cy="0"/>
          </a:xfrm>
          <a:prstGeom prst="line">
            <a:avLst/>
          </a:prstGeom>
          <a:noFill/>
          <a:ln w="31750">
            <a:solidFill>
              <a:srgbClr val="F5C542"/>
            </a:solidFill>
            <a:prstDash val="solid"/>
          </a:ln>
        </p:spPr>
      </p:sp>
      <p:sp>
        <p:nvSpPr>
          <p:cNvPr id="670" name="Shape 668"/>
          <p:cNvSpPr/>
          <p:nvPr/>
        </p:nvSpPr>
        <p:spPr>
          <a:xfrm rot="-9029519">
            <a:off x="7595235" y="4456557"/>
            <a:ext cx="57155" cy="0"/>
          </a:xfrm>
          <a:prstGeom prst="line">
            <a:avLst/>
          </a:prstGeom>
          <a:noFill/>
          <a:ln w="31750">
            <a:solidFill>
              <a:srgbClr val="F5C542"/>
            </a:solidFill>
            <a:prstDash val="solid"/>
          </a:ln>
        </p:spPr>
      </p:sp>
      <p:sp>
        <p:nvSpPr>
          <p:cNvPr id="671" name="Shape 669"/>
          <p:cNvSpPr/>
          <p:nvPr/>
        </p:nvSpPr>
        <p:spPr>
          <a:xfrm rot="-9267057">
            <a:off x="7545493" y="4428405"/>
            <a:ext cx="52317" cy="0"/>
          </a:xfrm>
          <a:prstGeom prst="line">
            <a:avLst/>
          </a:prstGeom>
          <a:noFill/>
          <a:ln w="31750">
            <a:solidFill>
              <a:srgbClr val="F5C542"/>
            </a:solidFill>
            <a:prstDash val="solid"/>
          </a:ln>
        </p:spPr>
      </p:sp>
      <p:sp>
        <p:nvSpPr>
          <p:cNvPr id="672" name="Shape 670"/>
          <p:cNvSpPr/>
          <p:nvPr/>
        </p:nvSpPr>
        <p:spPr>
          <a:xfrm rot="-9599742">
            <a:off x="7498292" y="4405842"/>
            <a:ext cx="48881" cy="0"/>
          </a:xfrm>
          <a:prstGeom prst="line">
            <a:avLst/>
          </a:prstGeom>
          <a:noFill/>
          <a:ln w="31750">
            <a:solidFill>
              <a:srgbClr val="F5C542"/>
            </a:solidFill>
            <a:prstDash val="solid"/>
          </a:ln>
        </p:spPr>
      </p:sp>
      <p:sp>
        <p:nvSpPr>
          <p:cNvPr id="673" name="Shape 671"/>
          <p:cNvSpPr/>
          <p:nvPr/>
        </p:nvSpPr>
        <p:spPr>
          <a:xfrm>
            <a:off x="7086600" y="4526280"/>
            <a:ext cx="274320" cy="274320"/>
          </a:xfrm>
          <a:prstGeom prst="ellipse">
            <a:avLst/>
          </a:prstGeom>
          <a:solidFill>
            <a:srgbClr val="002200"/>
          </a:solidFill>
          <a:ln w="31750">
            <a:solidFill>
              <a:srgbClr val="44FF88"/>
            </a:solidFill>
            <a:prstDash val="solid"/>
          </a:ln>
        </p:spPr>
      </p:sp>
      <p:sp>
        <p:nvSpPr>
          <p:cNvPr id="674" name="Text 672"/>
          <p:cNvSpPr/>
          <p:nvPr/>
        </p:nvSpPr>
        <p:spPr>
          <a:xfrm>
            <a:off x="7150608" y="457200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75" name="Shape 673"/>
          <p:cNvSpPr/>
          <p:nvPr/>
        </p:nvSpPr>
        <p:spPr>
          <a:xfrm>
            <a:off x="7360920" y="4297680"/>
            <a:ext cx="274320" cy="274320"/>
          </a:xfrm>
          <a:prstGeom prst="ellipse">
            <a:avLst/>
          </a:prstGeom>
          <a:solidFill>
            <a:srgbClr val="002200"/>
          </a:solidFill>
          <a:ln w="31750">
            <a:solidFill>
              <a:srgbClr val="44FF88"/>
            </a:solidFill>
            <a:prstDash val="solid"/>
          </a:ln>
        </p:spPr>
      </p:sp>
      <p:sp>
        <p:nvSpPr>
          <p:cNvPr id="676" name="Text 674"/>
          <p:cNvSpPr/>
          <p:nvPr/>
        </p:nvSpPr>
        <p:spPr>
          <a:xfrm>
            <a:off x="7424928" y="434340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77" name="Text 675"/>
          <p:cNvSpPr/>
          <p:nvPr/>
        </p:nvSpPr>
        <p:spPr>
          <a:xfrm>
            <a:off x="8503920" y="4023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4FF88"/>
                </a:solidFill>
              </a:rPr>
              <a:t>No false junctions
</a:t>
            </a:r>
            <a:pPr indent="0" marL="0">
              <a:buNone/>
            </a:pPr>
            <a:r>
              <a:rPr lang="en-US" sz="700" dirty="0">
                <a:solidFill>
                  <a:srgbClr val="66CC88"/>
                </a:solidFill>
              </a:rPr>
              <a:t>Different layers pass</a:t>
            </a:r>
            <a:endParaRPr lang="en-US" sz="850" dirty="0"/>
          </a:p>
          <a:p>
            <a:pPr indent="0" marL="0">
              <a:buNone/>
            </a:pPr>
            <a:r>
              <a:rPr lang="en-US" sz="700" dirty="0">
                <a:solidFill>
                  <a:srgbClr val="66CC88"/>
                </a:solidFill>
              </a:rPr>
              <a:t>through independently</a:t>
            </a:r>
            <a:endParaRPr lang="en-US" sz="850" dirty="0"/>
          </a:p>
        </p:txBody>
      </p:sp>
      <p:sp>
        <p:nvSpPr>
          <p:cNvPr id="678" name="Shape 676"/>
          <p:cNvSpPr/>
          <p:nvPr/>
        </p:nvSpPr>
        <p:spPr>
          <a:xfrm rot="10086681">
            <a:off x="8503920" y="4297680"/>
            <a:ext cx="887722" cy="0"/>
          </a:xfrm>
          <a:prstGeom prst="line">
            <a:avLst/>
          </a:prstGeom>
          <a:noFill/>
          <a:ln w="15240">
            <a:solidFill>
              <a:srgbClr val="44FF88"/>
            </a:solidFill>
            <a:prstDash val="solid"/>
          </a:ln>
        </p:spPr>
      </p:sp>
      <p:sp>
        <p:nvSpPr>
          <p:cNvPr id="679" name="Shape 677"/>
          <p:cNvSpPr/>
          <p:nvPr/>
        </p:nvSpPr>
        <p:spPr>
          <a:xfrm>
            <a:off x="6675120" y="498348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000000">
              <a:alpha val="50000"/>
            </a:srgbClr>
          </a:solidFill>
          <a:ln w="10160">
            <a:solidFill>
              <a:srgbClr val="44FF88"/>
            </a:solidFill>
            <a:prstDash val="dash"/>
          </a:ln>
        </p:spPr>
      </p:sp>
      <p:sp>
        <p:nvSpPr>
          <p:cNvPr id="680" name="Text 678"/>
          <p:cNvSpPr/>
          <p:nvPr/>
        </p:nvSpPr>
        <p:spPr>
          <a:xfrm>
            <a:off x="6675120" y="49834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44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skeletons → length recovered</a:t>
            </a:r>
            <a:endParaRPr lang="en-US" sz="650" dirty="0"/>
          </a:p>
        </p:txBody>
      </p:sp>
      <p:sp>
        <p:nvSpPr>
          <p:cNvPr id="681" name="Shape 679"/>
          <p:cNvSpPr/>
          <p:nvPr/>
        </p:nvSpPr>
        <p:spPr>
          <a:xfrm rot="-5827501">
            <a:off x="7406640" y="4983480"/>
            <a:ext cx="368606" cy="0"/>
          </a:xfrm>
          <a:prstGeom prst="line">
            <a:avLst/>
          </a:prstGeom>
          <a:noFill/>
          <a:ln w="12700">
            <a:solidFill>
              <a:srgbClr val="44FF88"/>
            </a:solidFill>
            <a:prstDash val="solid"/>
          </a:ln>
        </p:spPr>
      </p:sp>
      <p:sp>
        <p:nvSpPr>
          <p:cNvPr id="682" name="Shape 680"/>
          <p:cNvSpPr/>
          <p:nvPr/>
        </p:nvSpPr>
        <p:spPr>
          <a:xfrm>
            <a:off x="7342632" y="4828032"/>
            <a:ext cx="128016" cy="128016"/>
          </a:xfrm>
          <a:prstGeom prst="ellipse">
            <a:avLst/>
          </a:prstGeom>
          <a:solidFill>
            <a:srgbClr val="2E6685"/>
          </a:solidFill>
          <a:ln w="19050">
            <a:solidFill>
              <a:srgbClr val="4DA8DA"/>
            </a:solidFill>
            <a:prstDash val="solid"/>
          </a:ln>
        </p:spPr>
      </p:sp>
      <p:sp>
        <p:nvSpPr>
          <p:cNvPr id="683" name="Shape 681"/>
          <p:cNvSpPr/>
          <p:nvPr/>
        </p:nvSpPr>
        <p:spPr>
          <a:xfrm>
            <a:off x="7068312" y="4370832"/>
            <a:ext cx="128016" cy="128016"/>
          </a:xfrm>
          <a:prstGeom prst="ellipse">
            <a:avLst/>
          </a:prstGeom>
          <a:solidFill>
            <a:srgbClr val="2E6685"/>
          </a:solidFill>
          <a:ln w="19050">
            <a:solidFill>
              <a:srgbClr val="4DA8DA"/>
            </a:solidFill>
            <a:prstDash val="solid"/>
          </a:ln>
        </p:spPr>
      </p:sp>
      <p:sp>
        <p:nvSpPr>
          <p:cNvPr id="684" name="Shape 682"/>
          <p:cNvSpPr/>
          <p:nvPr/>
        </p:nvSpPr>
        <p:spPr>
          <a:xfrm>
            <a:off x="8165592" y="4187952"/>
            <a:ext cx="128016" cy="128016"/>
          </a:xfrm>
          <a:prstGeom prst="ellipse">
            <a:avLst/>
          </a:prstGeom>
          <a:solidFill>
            <a:srgbClr val="2E6685"/>
          </a:solidFill>
          <a:ln w="19050">
            <a:solidFill>
              <a:srgbClr val="4DA8DA"/>
            </a:solidFill>
            <a:prstDash val="solid"/>
          </a:ln>
        </p:spPr>
      </p:sp>
      <p:sp>
        <p:nvSpPr>
          <p:cNvPr id="685" name="Shape 683"/>
          <p:cNvSpPr/>
          <p:nvPr/>
        </p:nvSpPr>
        <p:spPr>
          <a:xfrm>
            <a:off x="8348472" y="4919472"/>
            <a:ext cx="128016" cy="128016"/>
          </a:xfrm>
          <a:prstGeom prst="ellipse">
            <a:avLst/>
          </a:prstGeom>
          <a:solidFill>
            <a:srgbClr val="8B2A3A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686" name="Shape 684"/>
          <p:cNvSpPr/>
          <p:nvPr/>
        </p:nvSpPr>
        <p:spPr>
          <a:xfrm>
            <a:off x="7891272" y="4553712"/>
            <a:ext cx="128016" cy="128016"/>
          </a:xfrm>
          <a:prstGeom prst="ellipse">
            <a:avLst/>
          </a:prstGeom>
          <a:solidFill>
            <a:srgbClr val="8B2A3A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687" name="Shape 685"/>
          <p:cNvSpPr/>
          <p:nvPr/>
        </p:nvSpPr>
        <p:spPr>
          <a:xfrm>
            <a:off x="8805672" y="5468112"/>
            <a:ext cx="128016" cy="128016"/>
          </a:xfrm>
          <a:prstGeom prst="ellipse">
            <a:avLst/>
          </a:prstGeom>
          <a:solidFill>
            <a:srgbClr val="8B2A3A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688" name="Shape 686"/>
          <p:cNvSpPr/>
          <p:nvPr/>
        </p:nvSpPr>
        <p:spPr>
          <a:xfrm>
            <a:off x="6350508" y="3726180"/>
            <a:ext cx="100584" cy="100584"/>
          </a:xfrm>
          <a:prstGeom prst="ellipse">
            <a:avLst/>
          </a:prstGeom>
          <a:solidFill>
            <a:srgbClr val="222222"/>
          </a:solidFill>
          <a:ln w="19050">
            <a:solidFill>
              <a:srgbClr val="4DA8DA"/>
            </a:solidFill>
            <a:prstDash val="solid"/>
          </a:ln>
        </p:spPr>
      </p:sp>
      <p:sp>
        <p:nvSpPr>
          <p:cNvPr id="689" name="Shape 687"/>
          <p:cNvSpPr/>
          <p:nvPr/>
        </p:nvSpPr>
        <p:spPr>
          <a:xfrm>
            <a:off x="9459468" y="3698748"/>
            <a:ext cx="100584" cy="100584"/>
          </a:xfrm>
          <a:prstGeom prst="ellipse">
            <a:avLst/>
          </a:prstGeom>
          <a:solidFill>
            <a:srgbClr val="222222"/>
          </a:solidFill>
          <a:ln w="19050">
            <a:solidFill>
              <a:srgbClr val="4DA8DA"/>
            </a:solidFill>
            <a:prstDash val="solid"/>
          </a:ln>
        </p:spPr>
      </p:sp>
      <p:sp>
        <p:nvSpPr>
          <p:cNvPr id="690" name="Shape 688"/>
          <p:cNvSpPr/>
          <p:nvPr/>
        </p:nvSpPr>
        <p:spPr>
          <a:xfrm>
            <a:off x="6259068" y="4110228"/>
            <a:ext cx="100584" cy="100584"/>
          </a:xfrm>
          <a:prstGeom prst="ellipse">
            <a:avLst/>
          </a:prstGeom>
          <a:solidFill>
            <a:srgbClr val="222222"/>
          </a:solidFill>
          <a:ln w="19050">
            <a:solidFill>
              <a:srgbClr val="4DA8DA"/>
            </a:solidFill>
            <a:prstDash val="solid"/>
          </a:ln>
        </p:spPr>
      </p:sp>
      <p:sp>
        <p:nvSpPr>
          <p:cNvPr id="691" name="Shape 689"/>
          <p:cNvSpPr/>
          <p:nvPr/>
        </p:nvSpPr>
        <p:spPr>
          <a:xfrm>
            <a:off x="8453628" y="3671316"/>
            <a:ext cx="100584" cy="100584"/>
          </a:xfrm>
          <a:prstGeom prst="ellipse">
            <a:avLst/>
          </a:prstGeom>
          <a:solidFill>
            <a:srgbClr val="222222"/>
          </a:solidFill>
          <a:ln w="19050">
            <a:solidFill>
              <a:srgbClr val="4DA8DA"/>
            </a:solidFill>
            <a:prstDash val="solid"/>
          </a:ln>
        </p:spPr>
      </p:sp>
      <p:sp>
        <p:nvSpPr>
          <p:cNvPr id="692" name="Shape 690"/>
          <p:cNvSpPr/>
          <p:nvPr/>
        </p:nvSpPr>
        <p:spPr>
          <a:xfrm>
            <a:off x="6899148" y="4018788"/>
            <a:ext cx="100584" cy="100584"/>
          </a:xfrm>
          <a:prstGeom prst="ellipse">
            <a:avLst/>
          </a:prstGeom>
          <a:solidFill>
            <a:srgbClr val="222222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693" name="Shape 691"/>
          <p:cNvSpPr/>
          <p:nvPr/>
        </p:nvSpPr>
        <p:spPr>
          <a:xfrm>
            <a:off x="6213348" y="4978908"/>
            <a:ext cx="100584" cy="100584"/>
          </a:xfrm>
          <a:prstGeom prst="ellipse">
            <a:avLst/>
          </a:prstGeom>
          <a:solidFill>
            <a:srgbClr val="222222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694" name="Shape 692"/>
          <p:cNvSpPr/>
          <p:nvPr/>
        </p:nvSpPr>
        <p:spPr>
          <a:xfrm>
            <a:off x="10099548" y="3881628"/>
            <a:ext cx="100584" cy="100584"/>
          </a:xfrm>
          <a:prstGeom prst="ellipse">
            <a:avLst/>
          </a:prstGeom>
          <a:solidFill>
            <a:srgbClr val="222222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695" name="Shape 693"/>
          <p:cNvSpPr/>
          <p:nvPr/>
        </p:nvSpPr>
        <p:spPr>
          <a:xfrm>
            <a:off x="9916668" y="4978908"/>
            <a:ext cx="100584" cy="100584"/>
          </a:xfrm>
          <a:prstGeom prst="ellipse">
            <a:avLst/>
          </a:prstGeom>
          <a:solidFill>
            <a:srgbClr val="222222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696" name="Shape 694"/>
          <p:cNvSpPr/>
          <p:nvPr/>
        </p:nvSpPr>
        <p:spPr>
          <a:xfrm>
            <a:off x="7630668" y="6030468"/>
            <a:ext cx="100584" cy="100584"/>
          </a:xfrm>
          <a:prstGeom prst="ellipse">
            <a:avLst/>
          </a:prstGeom>
          <a:solidFill>
            <a:srgbClr val="222222"/>
          </a:solidFill>
          <a:ln w="19050">
            <a:solidFill>
              <a:srgbClr val="4DA8DA"/>
            </a:solidFill>
            <a:prstDash val="solid"/>
          </a:ln>
        </p:spPr>
      </p:sp>
      <p:sp>
        <p:nvSpPr>
          <p:cNvPr id="697" name="Shape 695"/>
          <p:cNvSpPr/>
          <p:nvPr/>
        </p:nvSpPr>
        <p:spPr>
          <a:xfrm>
            <a:off x="9002268" y="6030468"/>
            <a:ext cx="100584" cy="100584"/>
          </a:xfrm>
          <a:prstGeom prst="ellipse">
            <a:avLst/>
          </a:prstGeom>
          <a:solidFill>
            <a:srgbClr val="222222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698" name="Shape 696"/>
          <p:cNvSpPr/>
          <p:nvPr/>
        </p:nvSpPr>
        <p:spPr>
          <a:xfrm>
            <a:off x="5166360" y="1874520"/>
            <a:ext cx="548640" cy="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699" name="Shape 697"/>
          <p:cNvSpPr/>
          <p:nvPr/>
        </p:nvSpPr>
        <p:spPr>
          <a:xfrm>
            <a:off x="5166360" y="4983480"/>
            <a:ext cx="548640" cy="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700" name="Shape 698"/>
          <p:cNvSpPr/>
          <p:nvPr/>
        </p:nvSpPr>
        <p:spPr>
          <a:xfrm>
            <a:off x="10789920" y="640080"/>
            <a:ext cx="1234440" cy="2468880"/>
          </a:xfrm>
          <a:prstGeom prst="roundRect">
            <a:avLst>
              <a:gd name="adj" fmla="val 5926"/>
            </a:avLst>
          </a:prstGeom>
          <a:solidFill>
            <a:srgbClr val="0D0404"/>
          </a:solidFill>
          <a:ln w="12700">
            <a:solidFill>
              <a:srgbClr val="2A1010"/>
            </a:solidFill>
            <a:prstDash val="solid"/>
          </a:ln>
        </p:spPr>
      </p:sp>
      <p:sp>
        <p:nvSpPr>
          <p:cNvPr id="701" name="Text 699"/>
          <p:cNvSpPr/>
          <p:nvPr/>
        </p:nvSpPr>
        <p:spPr>
          <a:xfrm>
            <a:off x="10789920" y="68580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950" dirty="0"/>
          </a:p>
        </p:txBody>
      </p:sp>
      <p:sp>
        <p:nvSpPr>
          <p:cNvPr id="702" name="Text 700"/>
          <p:cNvSpPr/>
          <p:nvPr/>
        </p:nvSpPr>
        <p:spPr>
          <a:xfrm>
            <a:off x="10863072" y="960120"/>
            <a:ext cx="108813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FFFF"/>
                </a:solidFill>
              </a:rPr>
              <a:t>Junctions
</a:t>
            </a:r>
            <a:pPr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AA7777"/>
                </a:solidFill>
              </a:rPr>
              <a:t>Over-counted
(false positives)
</a:t>
            </a:r>
            <a:pPr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FFFF"/>
                </a:solidFill>
              </a:rPr>
              <a:t>Length
</a:t>
            </a:r>
            <a:pPr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AA7777"/>
                </a:solidFill>
              </a:rPr>
              <a:t>Under-estimated
(merged vessels)
</a:t>
            </a:r>
            <a:pPr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FFFF"/>
                </a:solidFill>
              </a:rPr>
              <a:t>Endpoints
</a:t>
            </a:r>
            <a:pPr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AA7777"/>
                </a:solidFill>
              </a:rPr>
              <a:t>Preserved
</a:t>
            </a:r>
            <a:pPr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FFFF"/>
                </a:solidFill>
              </a:rPr>
              <a:t>Depth
</a:t>
            </a:r>
            <a:pPr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AA7777"/>
                </a:solidFill>
              </a:rPr>
              <a:t>Lost</a:t>
            </a:r>
            <a:endParaRPr lang="en-US" sz="850" dirty="0"/>
          </a:p>
        </p:txBody>
      </p:sp>
      <p:sp>
        <p:nvSpPr>
          <p:cNvPr id="703" name="Shape 701"/>
          <p:cNvSpPr/>
          <p:nvPr/>
        </p:nvSpPr>
        <p:spPr>
          <a:xfrm>
            <a:off x="10789920" y="3749040"/>
            <a:ext cx="1234440" cy="2468880"/>
          </a:xfrm>
          <a:prstGeom prst="roundRect">
            <a:avLst>
              <a:gd name="adj" fmla="val 5926"/>
            </a:avLst>
          </a:prstGeom>
          <a:solidFill>
            <a:srgbClr val="040D04"/>
          </a:solidFill>
          <a:ln w="12700">
            <a:solidFill>
              <a:srgbClr val="102A10"/>
            </a:solidFill>
            <a:prstDash val="solid"/>
          </a:ln>
        </p:spPr>
      </p:sp>
      <p:sp>
        <p:nvSpPr>
          <p:cNvPr id="704" name="Text 702"/>
          <p:cNvSpPr/>
          <p:nvPr/>
        </p:nvSpPr>
        <p:spPr>
          <a:xfrm>
            <a:off x="10789920" y="379476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4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950" dirty="0"/>
          </a:p>
        </p:txBody>
      </p:sp>
      <p:sp>
        <p:nvSpPr>
          <p:cNvPr id="705" name="Text 703"/>
          <p:cNvSpPr/>
          <p:nvPr/>
        </p:nvSpPr>
        <p:spPr>
          <a:xfrm>
            <a:off x="10863072" y="4069080"/>
            <a:ext cx="108813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FFFF"/>
                </a:solidFill>
              </a:rPr>
              <a:t>Junctions
</a:t>
            </a:r>
            <a:pPr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77AA77"/>
                </a:solidFill>
              </a:rPr>
              <a:t>Accurate
(per-layer)
</a:t>
            </a:r>
            <a:pPr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FFFF"/>
                </a:solidFill>
              </a:rPr>
              <a:t>Length
</a:t>
            </a:r>
            <a:pPr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77AA77"/>
                </a:solidFill>
              </a:rPr>
              <a:t>Recovered
(separated)
</a:t>
            </a:r>
            <a:pPr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FFFF"/>
                </a:solidFill>
              </a:rPr>
              <a:t>Endpoints
</a:t>
            </a:r>
            <a:pPr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77AA77"/>
                </a:solidFill>
              </a:rPr>
              <a:t>Preserved
</a:t>
            </a:r>
            <a:pPr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FFFF"/>
                </a:solidFill>
              </a:rPr>
              <a:t>Depth
</a:t>
            </a:r>
            <a:pPr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77AA77"/>
                </a:solidFill>
              </a:rPr>
              <a:t>Preserved</a:t>
            </a:r>
            <a:endParaRPr lang="en-US" sz="850" dirty="0"/>
          </a:p>
        </p:txBody>
      </p:sp>
      <p:sp>
        <p:nvSpPr>
          <p:cNvPr id="706" name="Shape 704"/>
          <p:cNvSpPr/>
          <p:nvPr/>
        </p:nvSpPr>
        <p:spPr>
          <a:xfrm>
            <a:off x="274320" y="3246120"/>
            <a:ext cx="11612880" cy="0"/>
          </a:xfrm>
          <a:prstGeom prst="line">
            <a:avLst/>
          </a:prstGeom>
          <a:noFill/>
          <a:ln w="8890">
            <a:solidFill>
              <a:srgbClr val="333333"/>
            </a:solidFill>
            <a:prstDash val="lgDash"/>
          </a:ln>
        </p:spPr>
      </p:sp>
      <p:sp>
        <p:nvSpPr>
          <p:cNvPr id="707" name="Shape 705"/>
          <p:cNvSpPr/>
          <p:nvPr/>
        </p:nvSpPr>
        <p:spPr>
          <a:xfrm>
            <a:off x="6245352" y="6473952"/>
            <a:ext cx="128016" cy="128016"/>
          </a:xfrm>
          <a:prstGeom prst="ellipse">
            <a:avLst/>
          </a:prstGeom>
          <a:solidFill>
            <a:srgbClr val="333333"/>
          </a:solidFill>
          <a:ln w="19050">
            <a:solidFill>
              <a:srgbClr val="BBBBBB"/>
            </a:solidFill>
            <a:prstDash val="solid"/>
          </a:ln>
        </p:spPr>
      </p:sp>
      <p:sp>
        <p:nvSpPr>
          <p:cNvPr id="708" name="Text 706"/>
          <p:cNvSpPr/>
          <p:nvPr/>
        </p:nvSpPr>
        <p:spPr>
          <a:xfrm>
            <a:off x="6419088" y="646480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Junction</a:t>
            </a:r>
            <a:endParaRPr lang="en-US" sz="750" dirty="0"/>
          </a:p>
        </p:txBody>
      </p:sp>
      <p:sp>
        <p:nvSpPr>
          <p:cNvPr id="709" name="Shape 707"/>
          <p:cNvSpPr/>
          <p:nvPr/>
        </p:nvSpPr>
        <p:spPr>
          <a:xfrm>
            <a:off x="6995160" y="6492240"/>
            <a:ext cx="91440" cy="91440"/>
          </a:xfrm>
          <a:prstGeom prst="ellipse">
            <a:avLst/>
          </a:prstGeom>
          <a:solidFill>
            <a:srgbClr val="2222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10" name="Text 708"/>
          <p:cNvSpPr/>
          <p:nvPr/>
        </p:nvSpPr>
        <p:spPr>
          <a:xfrm>
            <a:off x="7132320" y="646480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750" dirty="0"/>
          </a:p>
        </p:txBody>
      </p:sp>
      <p:sp>
        <p:nvSpPr>
          <p:cNvPr id="711" name="Shape 709"/>
          <p:cNvSpPr/>
          <p:nvPr/>
        </p:nvSpPr>
        <p:spPr>
          <a:xfrm>
            <a:off x="7772400" y="6537960"/>
            <a:ext cx="274320" cy="0"/>
          </a:xfrm>
          <a:prstGeom prst="line">
            <a:avLst/>
          </a:prstGeom>
          <a:noFill/>
          <a:ln w="38100">
            <a:solidFill>
              <a:srgbClr val="BBBBBB"/>
            </a:solidFill>
            <a:prstDash val="solid"/>
          </a:ln>
        </p:spPr>
      </p:sp>
      <p:sp>
        <p:nvSpPr>
          <p:cNvPr id="712" name="Text 710"/>
          <p:cNvSpPr/>
          <p:nvPr/>
        </p:nvSpPr>
        <p:spPr>
          <a:xfrm>
            <a:off x="8092440" y="646480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</a:t>
            </a:r>
            <a:endParaRPr lang="en-US" sz="750" dirty="0"/>
          </a:p>
        </p:txBody>
      </p:sp>
      <p:sp>
        <p:nvSpPr>
          <p:cNvPr id="713" name="Shape 711"/>
          <p:cNvSpPr/>
          <p:nvPr/>
        </p:nvSpPr>
        <p:spPr>
          <a:xfrm>
            <a:off x="8641080" y="6446520"/>
            <a:ext cx="182880" cy="182880"/>
          </a:xfrm>
          <a:prstGeom prst="ellipse">
            <a:avLst/>
          </a:prstGeom>
          <a:solidFill>
            <a:srgbClr val="330000"/>
          </a:solidFill>
          <a:ln w="25400">
            <a:solidFill>
              <a:srgbClr val="FF4444"/>
            </a:solidFill>
            <a:prstDash val="solid"/>
          </a:ln>
        </p:spPr>
      </p:sp>
      <p:sp>
        <p:nvSpPr>
          <p:cNvPr id="714" name="Text 712"/>
          <p:cNvSpPr/>
          <p:nvPr/>
        </p:nvSpPr>
        <p:spPr>
          <a:xfrm>
            <a:off x="8659368" y="646480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715" name="Text 713"/>
          <p:cNvSpPr/>
          <p:nvPr/>
        </p:nvSpPr>
        <p:spPr>
          <a:xfrm>
            <a:off x="8869680" y="6464808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junction</a:t>
            </a:r>
            <a:endParaRPr lang="en-US" sz="750" dirty="0"/>
          </a:p>
        </p:txBody>
      </p:sp>
      <p:sp>
        <p:nvSpPr>
          <p:cNvPr id="716" name="Shape 714"/>
          <p:cNvSpPr/>
          <p:nvPr/>
        </p:nvSpPr>
        <p:spPr>
          <a:xfrm>
            <a:off x="9692640" y="6446520"/>
            <a:ext cx="182880" cy="182880"/>
          </a:xfrm>
          <a:prstGeom prst="ellipse">
            <a:avLst/>
          </a:prstGeom>
          <a:solidFill>
            <a:srgbClr val="002200"/>
          </a:solidFill>
          <a:ln w="25400">
            <a:solidFill>
              <a:srgbClr val="44FF88"/>
            </a:solidFill>
            <a:prstDash val="solid"/>
          </a:ln>
        </p:spPr>
      </p:sp>
      <p:sp>
        <p:nvSpPr>
          <p:cNvPr id="717" name="Text 715"/>
          <p:cNvSpPr/>
          <p:nvPr/>
        </p:nvSpPr>
        <p:spPr>
          <a:xfrm>
            <a:off x="9710928" y="646480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4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718" name="Text 716"/>
          <p:cNvSpPr/>
          <p:nvPr/>
        </p:nvSpPr>
        <p:spPr>
          <a:xfrm>
            <a:off x="9921240" y="646480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separated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2026-03-22T14:23:25Z</dcterms:created>
  <dcterms:modified xsi:type="dcterms:W3CDTF">2026-03-22T14:23:25Z</dcterms:modified>
</cp:coreProperties>
</file>