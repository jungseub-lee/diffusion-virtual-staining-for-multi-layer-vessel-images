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37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74320" y="365760"/>
            <a:ext cx="6309360" cy="219456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Schematic: Single-color vs Multi-color Depth Separation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(Replace with refined illustration)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228600" cy="91440"/>
          </a:xfrm>
          <a:prstGeom prst="rect">
            <a:avLst/>
          </a:prstGeom>
          <a:solidFill>
            <a:srgbClr val="CC6666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2585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(Red)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377440" y="2286000"/>
            <a:ext cx="228600" cy="91440"/>
          </a:xfrm>
          <a:prstGeom prst="rect">
            <a:avLst/>
          </a:prstGeom>
          <a:solidFill>
            <a:srgbClr val="DDCC44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22585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(Yellow)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840480" y="2286000"/>
            <a:ext cx="228600" cy="91440"/>
          </a:xfrm>
          <a:prstGeom prst="rect">
            <a:avLst/>
          </a:prstGeom>
          <a:solidFill>
            <a:srgbClr val="6699CC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0" y="225856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(Blue)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82880" y="2606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pic>
        <p:nvPicPr>
          <p:cNvPr id="12" name="Image 0" descr="C:\Users\seub1\Desktop\[Paper] Diffusion virtual staining paper\analysis_output\panel_b_18-19-512_b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2971800"/>
            <a:ext cx="1508760" cy="1508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74320" y="280720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Brightfield</a:t>
            </a:r>
            <a:endParaRPr lang="en-US" sz="700" dirty="0"/>
          </a:p>
        </p:txBody>
      </p:sp>
      <p:pic>
        <p:nvPicPr>
          <p:cNvPr id="14" name="Image 1" descr="C:\Users\seub1\Desktop\[Paper] Diffusion virtual staining paper\analysis_output\panel_b_18-19-512_f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874520" y="2971800"/>
            <a:ext cx="1508760" cy="1508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874520" y="280720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Multi-color FL (GT)</a:t>
            </a:r>
            <a:endParaRPr lang="en-US" sz="700" dirty="0"/>
          </a:p>
        </p:txBody>
      </p:sp>
      <p:pic>
        <p:nvPicPr>
          <p:cNvPr id="16" name="Image 2" descr="C:\Users\seub1\Desktop\[Paper] Diffusion virtual staining paper\analysis_output\panel_b_18-19-512_singl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474720" y="2971800"/>
            <a:ext cx="1508760" cy="1508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474720" y="280720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Skeleton on BF</a:t>
            </a:r>
            <a:endParaRPr lang="en-US" sz="700" dirty="0"/>
          </a:p>
        </p:txBody>
      </p:sp>
      <p:pic>
        <p:nvPicPr>
          <p:cNvPr id="18" name="Image 3" descr="C:\Users\seub1\Desktop\[Paper] Diffusion virtual staining paper\analysis_output\panel_b_18-19-512_multi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74920" y="2971800"/>
            <a:ext cx="1508760" cy="1508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074920" y="280720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Depth-sep Skeleton on BF</a:t>
            </a:r>
            <a:endParaRPr lang="en-US" sz="700" dirty="0"/>
          </a:p>
        </p:txBody>
      </p:sp>
      <p:sp>
        <p:nvSpPr>
          <p:cNvPr id="20" name="Text 14"/>
          <p:cNvSpPr/>
          <p:nvPr/>
        </p:nvSpPr>
        <p:spPr>
          <a:xfrm>
            <a:off x="182880" y="45720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457200" y="461772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Single-color GT vs Multi-color GT (normalized, N=215)</a:t>
            </a:r>
            <a:endParaRPr lang="en-US" sz="800" dirty="0"/>
          </a:p>
        </p:txBody>
      </p:sp>
      <p:pic>
        <p:nvPicPr>
          <p:cNvPr id="22" name="Image 4" descr="C:\Users\seub1\Desktop\[Paper] Diffusion virtual staining paper\analysis_output\panel_c_nor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4800600"/>
            <a:ext cx="6309360" cy="19202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82880" y="6766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457200" y="681228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fidelity: Model Multi / GT Multi (dashed = 1.0)</a:t>
            </a:r>
            <a:endParaRPr lang="en-US" sz="800" dirty="0"/>
          </a:p>
        </p:txBody>
      </p:sp>
      <p:pic>
        <p:nvPicPr>
          <p:cNvPr id="25" name="Image 5" descr="C:\Users\seub1\Desktop\[Paper] Diffusion virtual staining paper\analysis_output\panel_d_nor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6995160"/>
            <a:ext cx="6309360" cy="19202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74320" y="886968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20% excluded (ECM baseline). Hole-filling for crossing vessel continuity. Per-layer independent metrics. N=215 paired samples.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2026-03-23T02:43:26Z</dcterms:created>
  <dcterms:modified xsi:type="dcterms:W3CDTF">2026-03-23T02:43:26Z</dcterms:modified>
</cp:coreProperties>
</file>