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11480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"/>
            <a:ext cx="3657600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31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Schematic: Single-color vs Multi-color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Depth-separated Skeleton Analysis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refined schematic illustration)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74320" cy="109728"/>
          </a:xfrm>
          <a:prstGeom prst="rect">
            <a:avLst/>
          </a:prstGeom>
          <a:solidFill>
            <a:srgbClr val="CC666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28800" y="2880360"/>
            <a:ext cx="274320" cy="109728"/>
          </a:xfrm>
          <a:prstGeom prst="rect">
            <a:avLst/>
          </a:prstGeom>
          <a:solidFill>
            <a:srgbClr val="DDCC44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(Yellow)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017520" y="2880360"/>
            <a:ext cx="274320" cy="109728"/>
          </a:xfrm>
          <a:prstGeom prst="rect">
            <a:avLst/>
          </a:prstGeom>
          <a:solidFill>
            <a:srgbClr val="6699CC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834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700" dirty="0"/>
          </a:p>
        </p:txBody>
      </p:sp>
      <p:pic>
        <p:nvPicPr>
          <p:cNvPr id="14" name="Image 0" descr="C:\Users\seub1\Desktop\[Paper] Diffusion virtual staining paper\analysis_output\panel_b_16-18-716_b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457200"/>
            <a:ext cx="182880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97680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700" dirty="0"/>
          </a:p>
        </p:txBody>
      </p:sp>
      <p:pic>
        <p:nvPicPr>
          <p:cNvPr id="16" name="Image 1" descr="C:\Users\seub1\Desktop\[Paper] Diffusion virtual staining paper\analysis_output\panel_b_16-18-716_f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36208" y="457200"/>
            <a:ext cx="182880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36208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FL (GT)</a:t>
            </a:r>
            <a:endParaRPr lang="en-US" sz="700" dirty="0"/>
          </a:p>
        </p:txBody>
      </p:sp>
      <p:pic>
        <p:nvPicPr>
          <p:cNvPr id="18" name="Image 2" descr="C:\Users\seub1\Desktop\[Paper] Diffusion virtual staining paper\analysis_output\panel_b_16-18-716_sing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4736" y="457200"/>
            <a:ext cx="182880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74736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Skeleton</a:t>
            </a:r>
            <a:endParaRPr lang="en-US" sz="700" dirty="0"/>
          </a:p>
        </p:txBody>
      </p:sp>
      <p:pic>
        <p:nvPicPr>
          <p:cNvPr id="20" name="Image 3" descr="C:\Users\seub1\Desktop\[Paper] Diffusion virtual staining paper\analysis_output\panel_b_16-18-716_multi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113264" y="457200"/>
            <a:ext cx="182880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13264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 Skeleton</a:t>
            </a:r>
            <a:endParaRPr lang="en-US" sz="700" dirty="0"/>
          </a:p>
        </p:txBody>
      </p:sp>
      <p:pic>
        <p:nvPicPr>
          <p:cNvPr id="22" name="Image 4" descr="C:\Users\seub1\Desktop\[Paper] Diffusion virtual staining paper\analysis_output\panel_b_1-16-512_bf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7680" y="2011680"/>
            <a:ext cx="1828800" cy="12344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97680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pic>
        <p:nvPicPr>
          <p:cNvPr id="24" name="Image 5" descr="C:\Users\seub1\Desktop\[Paper] Diffusion virtual staining paper\analysis_output\panel_b_1-16-512_fl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36208" y="2011680"/>
            <a:ext cx="1828800" cy="12344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36208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pic>
        <p:nvPicPr>
          <p:cNvPr id="26" name="Image 6" descr="C:\Users\seub1\Desktop\[Paper] Diffusion virtual staining paper\analysis_output\panel_b_1-16-512_single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74736" y="2011680"/>
            <a:ext cx="1828800" cy="12344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174736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pic>
        <p:nvPicPr>
          <p:cNvPr id="28" name="Image 7" descr="C:\Users\seub1\Desktop\[Paper] Diffusion virtual staining paper\analysis_output\panel_b_1-16-512_multi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113264" y="2011680"/>
            <a:ext cx="1828800" cy="12344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113264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pic>
        <p:nvPicPr>
          <p:cNvPr id="30" name="Image 8" descr="C:\Users\seub1\Desktop\[Paper] Diffusion virtual staining paper\analysis_output\panel_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703320"/>
            <a:ext cx="5943600" cy="1325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57200" y="35661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 GT vs Multi-color GT (N=215, paired t-test)</a:t>
            </a:r>
            <a:endParaRPr lang="en-US" sz="800" dirty="0"/>
          </a:p>
        </p:txBody>
      </p:sp>
      <p:pic>
        <p:nvPicPr>
          <p:cNvPr id="32" name="Image 9" descr="C:\Users\seub1\Desktop\[Paper] Diffusion virtual staining paper\analysis_output\panel_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5303520"/>
            <a:ext cx="5943600" cy="1325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57200" y="51663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fidelity: Multi-color Model / Multi-color GT (dashed line = 1.0)</a:t>
            </a:r>
            <a:endParaRPr lang="en-US" sz="800" dirty="0"/>
          </a:p>
        </p:txBody>
      </p:sp>
      <p:sp>
        <p:nvSpPr>
          <p:cNvPr id="34" name="Text 22"/>
          <p:cNvSpPr/>
          <p:nvPr/>
        </p:nvSpPr>
        <p:spPr>
          <a:xfrm>
            <a:off x="658368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Summary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840480"/>
          <a:ext cx="5303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94360"/>
                <a:gridCol w="594360"/>
                <a:gridCol w="457200"/>
                <a:gridCol w="594360"/>
                <a:gridCol w="457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 vs M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LBBDM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PBBDM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Junction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1.11**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0.973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0.787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0.874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0.857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0.93**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</a:rPr>
                        <a:t>0.766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</a:rPr>
                        <a:t>0.611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0.953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0.653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1.15***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1.120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0.953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1.084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0.952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1.00 ns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1.131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0.974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1.097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0.974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23"/>
          <p:cNvSpPr/>
          <p:nvPr/>
        </p:nvSpPr>
        <p:spPr>
          <a:xfrm>
            <a:off x="6583680" y="4892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ratio near 1.0 &amp; R²&gt;0.9   </a:t>
            </a:r>
            <a:pPr indent="0" marL="0">
              <a:buNone/>
            </a:pPr>
            <a:r>
              <a:rPr lang="en-US" sz="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significant deviation from GT</a:t>
            </a:r>
            <a:endParaRPr lang="en-US" sz="700" dirty="0"/>
          </a:p>
        </p:txBody>
      </p:sp>
      <p:sp>
        <p:nvSpPr>
          <p:cNvPr id="37" name="Text 24"/>
          <p:cNvSpPr/>
          <p:nvPr/>
        </p:nvSpPr>
        <p:spPr>
          <a:xfrm>
            <a:off x="27432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</a:t>
            </a:r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20% excluded (ECM baseline). Hole-filling for crossing continuity. Per-layer independent metrics. N=215.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- Depth-aware Morphometric Analysis</dc:title>
  <dc:subject>PptxGenJS Presentation</dc:subject>
  <dc:creator>Depth-aware Analysis</dc:creator>
  <cp:lastModifiedBy>Depth-aware Analysis</cp:lastModifiedBy>
  <cp:revision>1</cp:revision>
  <dcterms:created xsi:type="dcterms:W3CDTF">2026-03-23T02:28:36Z</dcterms:created>
  <dcterms:modified xsi:type="dcterms:W3CDTF">2026-03-23T02:28:36Z</dcterms:modified>
</cp:coreProperties>
</file>