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2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pic>
        <p:nvPicPr>
          <p:cNvPr id="3" name="Image 0" descr="C:\Users\seub1\Desktop\[Paper] Diffusion virtual staining paper\analysis_output\panels\panel_a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 (BF)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127248" y="1353312"/>
            <a:ext cx="603504" cy="219456"/>
          </a:xfrm>
          <a:prstGeom prst="rightArrow">
            <a:avLst/>
          </a:prstGeom>
          <a:solidFill>
            <a:srgbClr val="333333"/>
          </a:solidFill>
          <a:ln/>
        </p:spPr>
      </p:sp>
      <p:pic>
        <p:nvPicPr>
          <p:cNvPr id="6" name="Image 1" descr="C:\Users\seub1\Desktop\[Paper] Diffusion virtual staining paper\analysis_output\panels\panel_a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74320"/>
            <a:ext cx="237744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3360" y="137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 Fluorescence (GT)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286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pic>
        <p:nvPicPr>
          <p:cNvPr id="9" name="Image 2" descr="C:\Users\seub1\Desktop\[Paper] Diffusion virtual staining paper\analysis_output\panels\panel_b_L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063240"/>
            <a:ext cx="713232" cy="713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206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512064" y="3063240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12064" y="3776472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pic>
        <p:nvPicPr>
          <p:cNvPr id="13" name="Image 3" descr="C:\Users\seub1\Desktop\[Paper] Diffusion virtual staining paper\analysis_output\panels\panel_b_L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063240"/>
            <a:ext cx="713232" cy="7132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358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1243584" y="3063240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243584" y="3776472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pic>
        <p:nvPicPr>
          <p:cNvPr id="17" name="Image 4" descr="C:\Users\seub1\Desktop\[Paper] Diffusion virtual staining paper\analysis_output\panels\panel_b_L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104" y="3063240"/>
            <a:ext cx="713232" cy="7132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97510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700" dirty="0"/>
          </a:p>
        </p:txBody>
      </p:sp>
      <p:sp>
        <p:nvSpPr>
          <p:cNvPr id="19" name="Shape 12"/>
          <p:cNvSpPr/>
          <p:nvPr/>
        </p:nvSpPr>
        <p:spPr>
          <a:xfrm>
            <a:off x="1975104" y="3063240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975104" y="3776472"/>
            <a:ext cx="713232" cy="0"/>
          </a:xfrm>
          <a:prstGeom prst="line">
            <a:avLst/>
          </a:prstGeom>
          <a:noFill/>
          <a:ln w="31750">
            <a:solidFill>
              <a:srgbClr val="4488FF"/>
            </a:solidFill>
            <a:prstDash val="solid"/>
          </a:ln>
        </p:spPr>
      </p:sp>
      <p:pic>
        <p:nvPicPr>
          <p:cNvPr id="21" name="Image 5" descr="C:\Users\seub1\Desktop\[Paper] Diffusion virtual staining paper\analysis_output\panels\panel_b_L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24" y="3063240"/>
            <a:ext cx="713232" cy="7132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70662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700" dirty="0"/>
          </a:p>
        </p:txBody>
      </p:sp>
      <p:sp>
        <p:nvSpPr>
          <p:cNvPr id="23" name="Shape 15"/>
          <p:cNvSpPr/>
          <p:nvPr/>
        </p:nvSpPr>
        <p:spPr>
          <a:xfrm>
            <a:off x="2706624" y="3063240"/>
            <a:ext cx="713232" cy="0"/>
          </a:xfrm>
          <a:prstGeom prst="line">
            <a:avLst/>
          </a:prstGeom>
          <a:noFill/>
          <a:ln w="31750">
            <a:solidFill>
              <a:srgbClr val="DDAA0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2706624" y="3776472"/>
            <a:ext cx="713232" cy="0"/>
          </a:xfrm>
          <a:prstGeom prst="line">
            <a:avLst/>
          </a:prstGeom>
          <a:noFill/>
          <a:ln w="31750">
            <a:solidFill>
              <a:srgbClr val="DDAA00"/>
            </a:solidFill>
            <a:prstDash val="solid"/>
          </a:ln>
        </p:spPr>
      </p:sp>
      <p:pic>
        <p:nvPicPr>
          <p:cNvPr id="25" name="Image 6" descr="C:\Users\seub1\Desktop\[Paper] Diffusion virtual staining paper\analysis_output\panels\panel_b_L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063240"/>
            <a:ext cx="713232" cy="7132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43814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700" dirty="0"/>
          </a:p>
        </p:txBody>
      </p:sp>
      <p:sp>
        <p:nvSpPr>
          <p:cNvPr id="27" name="Shape 18"/>
          <p:cNvSpPr/>
          <p:nvPr/>
        </p:nvSpPr>
        <p:spPr>
          <a:xfrm>
            <a:off x="3438144" y="3063240"/>
            <a:ext cx="713232" cy="0"/>
          </a:xfrm>
          <a:prstGeom prst="line">
            <a:avLst/>
          </a:prstGeom>
          <a:noFill/>
          <a:ln w="31750">
            <a:solidFill>
              <a:srgbClr val="DDAA00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438144" y="3776472"/>
            <a:ext cx="713232" cy="0"/>
          </a:xfrm>
          <a:prstGeom prst="line">
            <a:avLst/>
          </a:prstGeom>
          <a:noFill/>
          <a:ln w="31750">
            <a:solidFill>
              <a:srgbClr val="DDAA00"/>
            </a:solidFill>
            <a:prstDash val="solid"/>
          </a:ln>
        </p:spPr>
      </p:sp>
      <p:pic>
        <p:nvPicPr>
          <p:cNvPr id="29" name="Image 7" descr="C:\Users\seub1\Desktop\[Paper] Diffusion virtual staining paper\analysis_output\panels\panel_b_L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664" y="3063240"/>
            <a:ext cx="713232" cy="7132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16966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700" dirty="0"/>
          </a:p>
        </p:txBody>
      </p:sp>
      <p:sp>
        <p:nvSpPr>
          <p:cNvPr id="31" name="Shape 21"/>
          <p:cNvSpPr/>
          <p:nvPr/>
        </p:nvSpPr>
        <p:spPr>
          <a:xfrm>
            <a:off x="4169664" y="3063240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4169664" y="3776472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pic>
        <p:nvPicPr>
          <p:cNvPr id="33" name="Image 8" descr="C:\Users\seub1\Desktop\[Paper] Diffusion virtual staining paper\analysis_output\panels\panel_b_L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3063240"/>
            <a:ext cx="713232" cy="7132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0118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700" dirty="0"/>
          </a:p>
        </p:txBody>
      </p:sp>
      <p:sp>
        <p:nvSpPr>
          <p:cNvPr id="35" name="Shape 24"/>
          <p:cNvSpPr/>
          <p:nvPr/>
        </p:nvSpPr>
        <p:spPr>
          <a:xfrm>
            <a:off x="4901184" y="3063240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901184" y="3776472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pic>
        <p:nvPicPr>
          <p:cNvPr id="37" name="Image 9" descr="C:\Users\seub1\Desktop\[Paper] Diffusion virtual staining paper\analysis_output\panels\panel_b_L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2704" y="3063240"/>
            <a:ext cx="713232" cy="7132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632704" y="292608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</a:t>
            </a:r>
            <a:endParaRPr lang="en-US" sz="700" dirty="0"/>
          </a:p>
        </p:txBody>
      </p:sp>
      <p:sp>
        <p:nvSpPr>
          <p:cNvPr id="39" name="Shape 27"/>
          <p:cNvSpPr/>
          <p:nvPr/>
        </p:nvSpPr>
        <p:spPr>
          <a:xfrm>
            <a:off x="5632704" y="3063240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5632704" y="3776472"/>
            <a:ext cx="713232" cy="0"/>
          </a:xfrm>
          <a:prstGeom prst="line">
            <a:avLst/>
          </a:prstGeom>
          <a:noFill/>
          <a:ln w="31750">
            <a:solidFill>
              <a:srgbClr val="FF4444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512064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L1-L3</a:t>
            </a:r>
            <a:endParaRPr lang="en-US" sz="650" dirty="0"/>
          </a:p>
        </p:txBody>
      </p:sp>
      <p:sp>
        <p:nvSpPr>
          <p:cNvPr id="42" name="Shape 30"/>
          <p:cNvSpPr/>
          <p:nvPr/>
        </p:nvSpPr>
        <p:spPr>
          <a:xfrm>
            <a:off x="512064" y="3803904"/>
            <a:ext cx="2176272" cy="0"/>
          </a:xfrm>
          <a:prstGeom prst="line">
            <a:avLst/>
          </a:prstGeom>
          <a:noFill/>
          <a:ln w="19050">
            <a:solidFill>
              <a:srgbClr val="4488FF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706624" y="38221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(Yellow)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L4-L5</a:t>
            </a:r>
            <a:endParaRPr lang="en-US" sz="650" dirty="0"/>
          </a:p>
        </p:txBody>
      </p:sp>
      <p:sp>
        <p:nvSpPr>
          <p:cNvPr id="44" name="Shape 32"/>
          <p:cNvSpPr/>
          <p:nvPr/>
        </p:nvSpPr>
        <p:spPr>
          <a:xfrm>
            <a:off x="2706624" y="3803904"/>
            <a:ext cx="1444752" cy="0"/>
          </a:xfrm>
          <a:prstGeom prst="line">
            <a:avLst/>
          </a:prstGeom>
          <a:noFill/>
          <a:ln w="19050">
            <a:solidFill>
              <a:srgbClr val="DDAA00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4169664" y="38221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L6-L8</a:t>
            </a:r>
            <a:endParaRPr lang="en-US" sz="650" dirty="0"/>
          </a:p>
        </p:txBody>
      </p:sp>
      <p:sp>
        <p:nvSpPr>
          <p:cNvPr id="46" name="Shape 34"/>
          <p:cNvSpPr/>
          <p:nvPr/>
        </p:nvSpPr>
        <p:spPr>
          <a:xfrm>
            <a:off x="4169664" y="3803904"/>
            <a:ext cx="2176272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2286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pic>
        <p:nvPicPr>
          <p:cNvPr id="48" name="Image 10" descr="C:\Users\seub1\Desktop\[Paper] Diffusion virtual staining paper\analysis_output\panels\panel_c_to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507992"/>
            <a:ext cx="1280160" cy="128016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4864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0-30 µm</a:t>
            </a:r>
            <a:endParaRPr lang="en-US" sz="650" dirty="0"/>
          </a:p>
        </p:txBody>
      </p:sp>
      <p:pic>
        <p:nvPicPr>
          <p:cNvPr id="50" name="Image 11" descr="C:\Users\seub1\Desktop\[Paper] Diffusion virtual staining paper\analysis_output\panels\panel_c_midd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5960" y="4507992"/>
            <a:ext cx="1280160" cy="128016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96596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(Yellow)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 µm</a:t>
            </a:r>
            <a:endParaRPr lang="en-US" sz="650" dirty="0"/>
          </a:p>
        </p:txBody>
      </p:sp>
      <p:pic>
        <p:nvPicPr>
          <p:cNvPr id="52" name="Image 12" descr="C:\Users\seub1\Desktop\[Paper] Diffusion virtual staining paper\analysis_output\panels\panel_c_botto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3280" y="4507992"/>
            <a:ext cx="1280160" cy="128016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338328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 µm</a:t>
            </a:r>
            <a:endParaRPr lang="en-US" sz="650" dirty="0"/>
          </a:p>
        </p:txBody>
      </p:sp>
      <p:sp>
        <p:nvSpPr>
          <p:cNvPr id="54" name="Shape 39"/>
          <p:cNvSpPr/>
          <p:nvPr/>
        </p:nvSpPr>
        <p:spPr>
          <a:xfrm>
            <a:off x="4709160" y="5056632"/>
            <a:ext cx="320040" cy="182880"/>
          </a:xfrm>
          <a:prstGeom prst="rightArrow">
            <a:avLst/>
          </a:prstGeom>
          <a:solidFill>
            <a:srgbClr val="333333"/>
          </a:solidFill>
          <a:ln/>
        </p:spPr>
      </p:sp>
      <p:pic>
        <p:nvPicPr>
          <p:cNvPr id="55" name="Image 13" descr="C:\Users\seub1\Desktop\[Paper] Diffusion virtual staining paper\analysis_output\panels\panel_a_g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920" y="4507992"/>
            <a:ext cx="1280160" cy="1280160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5074920" y="42793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57" name="Text 41"/>
          <p:cNvSpPr/>
          <p:nvPr/>
        </p:nvSpPr>
        <p:spPr>
          <a:xfrm>
            <a:off x="228600" y="6108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pic>
        <p:nvPicPr>
          <p:cNvPr id="58" name="Image 14" descr="C:\Users\seub1\Desktop\[Paper] Diffusion virtual staining paper\analysis_output\panels\panel_d_hu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6153912"/>
            <a:ext cx="2926080" cy="2011680"/>
          </a:xfrm>
          <a:prstGeom prst="rect">
            <a:avLst/>
          </a:prstGeom>
        </p:spPr>
      </p:pic>
      <p:pic>
        <p:nvPicPr>
          <p:cNvPr id="59" name="Image 15" descr="C:\Users\seub1\Desktop\[Paper] Diffusion virtual staining paper\analysis_output\panels\panel_d_intensit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6160" y="6153912"/>
            <a:ext cx="2926080" cy="2011680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228600" y="8348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pic>
        <p:nvPicPr>
          <p:cNvPr id="61" name="Image 16" descr="C:\Users\seub1\Desktop\[Paper] Diffusion virtual staining paper\analysis_output\panels\panel_e_depth_s1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" y="8394192"/>
            <a:ext cx="2743200" cy="2011680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548640" y="10405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700" dirty="0"/>
          </a:p>
        </p:txBody>
      </p:sp>
      <p:pic>
        <p:nvPicPr>
          <p:cNvPr id="63" name="Image 17" descr="C:\Users\seub1\Desktop\[Paper] Diffusion virtual staining paper\analysis_output\panels\panel_e_depth_s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66160" y="8394192"/>
            <a:ext cx="2743200" cy="2011680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3566160" y="10405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2026-03-23T05:25:53Z</dcterms:created>
  <dcterms:modified xsi:type="dcterms:W3CDTF">2026-03-23T05:25:53Z</dcterms:modified>
</cp:coreProperties>
</file>