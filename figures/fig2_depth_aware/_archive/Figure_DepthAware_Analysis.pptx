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91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114800" y="91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"/>
            <a:ext cx="3657600" cy="30175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31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Schematic: Single-color vs Multi-color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Depth-separated Skeleton Analysis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 refined schematic illustration)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74320" cy="109728"/>
          </a:xfrm>
          <a:prstGeom prst="rect">
            <a:avLst/>
          </a:prstGeom>
          <a:solidFill>
            <a:srgbClr val="CC666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34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(Red)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28800" y="2880360"/>
            <a:ext cx="274320" cy="109728"/>
          </a:xfrm>
          <a:prstGeom prst="rect">
            <a:avLst/>
          </a:prstGeom>
          <a:solidFill>
            <a:srgbClr val="DDCC44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2834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(Yellow)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017520" y="2880360"/>
            <a:ext cx="274320" cy="109728"/>
          </a:xfrm>
          <a:prstGeom prst="rect">
            <a:avLst/>
          </a:prstGeom>
          <a:solidFill>
            <a:srgbClr val="6699CC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834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(Blue)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297680" y="457200"/>
            <a:ext cx="182880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92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236208" y="457200"/>
            <a:ext cx="182880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292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FL (GT)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174736" y="457200"/>
            <a:ext cx="182880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736" y="292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Skeleton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113264" y="457200"/>
            <a:ext cx="182880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3264" y="292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 Skeleton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297680" y="2011680"/>
            <a:ext cx="182880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236208" y="2011680"/>
            <a:ext cx="182880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174736" y="2011680"/>
            <a:ext cx="182880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74736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113264" y="2011680"/>
            <a:ext cx="182880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13264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pic>
        <p:nvPicPr>
          <p:cNvPr id="30" name="Image 0" descr="C:\Users\seub1\Desktop\[Paper] Diffusion virtual staining paper\analysis_output\panel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703320"/>
            <a:ext cx="5943600" cy="13258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57200" y="35661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 GT vs Multi-color GT (N=215, paired t-test)</a:t>
            </a:r>
            <a:endParaRPr lang="en-US" sz="800" dirty="0"/>
          </a:p>
        </p:txBody>
      </p:sp>
      <p:pic>
        <p:nvPicPr>
          <p:cNvPr id="32" name="Image 1" descr="C:\Users\seub1\Desktop\[Paper] Diffusion virtual staining paper\analysis_output\panel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303520"/>
            <a:ext cx="5943600" cy="13258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57200" y="51663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fidelity: Multi-color Model / Multi-color GT (dashed line = 1.0)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58368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Summary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840480"/>
          <a:ext cx="53035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94360"/>
                <a:gridCol w="594360"/>
                <a:gridCol w="457200"/>
                <a:gridCol w="594360"/>
                <a:gridCol w="457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 vs M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LBBDM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PBBDM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Junction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1.11**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0.973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0.787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0.874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0.857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Endpoint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0.93**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</a:rPr>
                        <a:t>0.766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CC0000"/>
                          </a:solidFill>
                        </a:rPr>
                        <a:t>0.611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0.953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0.653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Length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1.15***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1.120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0.953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1.084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6600"/>
                          </a:solidFill>
                        </a:rPr>
                        <a:t>0.952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1.00 ns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6600"/>
                          </a:solidFill>
                        </a:rPr>
                        <a:t>1.131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6600"/>
                          </a:solidFill>
                        </a:rPr>
                        <a:t>0.974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6600"/>
                          </a:solidFill>
                        </a:rPr>
                        <a:t>1.097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6600"/>
                          </a:solidFill>
                        </a:rPr>
                        <a:t>0.974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1"/>
          <p:cNvSpPr/>
          <p:nvPr/>
        </p:nvSpPr>
        <p:spPr>
          <a:xfrm>
            <a:off x="6583680" y="48920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ratio near 1.0 &amp; R²&gt;0.9   </a:t>
            </a:r>
            <a:pPr indent="0" marL="0">
              <a:buNone/>
            </a:pPr>
            <a:r>
              <a:rPr lang="en-US" sz="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significant deviation from GT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27432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</a:t>
            </a:r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20% excluded (ECM baseline). Hole-filling for crossing continuity. Per-layer independent metrics. N=215.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- Depth-aware Morphometric Analysis</dc:title>
  <dc:subject>PptxGenJS Presentation</dc:subject>
  <dc:creator>Depth-aware Analysis</dc:creator>
  <cp:lastModifiedBy>Depth-aware Analysis</cp:lastModifiedBy>
  <cp:revision>1</cp:revision>
  <dcterms:created xsi:type="dcterms:W3CDTF">2026-03-23T02:15:42Z</dcterms:created>
  <dcterms:modified xsi:type="dcterms:W3CDTF">2026-03-23T02:15:42Z</dcterms:modified>
</cp:coreProperties>
</file>