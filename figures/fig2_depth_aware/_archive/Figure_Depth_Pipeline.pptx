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Depth-aware Vessel Network Analysis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1474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Brightfield</a:t>
            </a:r>
            <a:endParaRPr lang="en-US" sz="700" dirty="0"/>
          </a:p>
        </p:txBody>
      </p:sp>
      <p:pic>
        <p:nvPicPr>
          <p:cNvPr id="4" name="Image 0" descr="C:\Users\seub1\Desktop\[Paper] Diffusion virtual staining paper\analysis_output\paper_panels_depth\a_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474470" cy="12090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85950" y="548640"/>
            <a:ext cx="1474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Multi-color GT</a:t>
            </a:r>
            <a:endParaRPr lang="en-US" sz="700" dirty="0"/>
          </a:p>
        </p:txBody>
      </p:sp>
      <p:pic>
        <p:nvPicPr>
          <p:cNvPr id="6" name="Image 1" descr="C:\Users\seub1\Desktop\[Paper] Diffusion virtual staining paper\analysis_output\paper_panels_depth\b_g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731520"/>
            <a:ext cx="1474470" cy="12090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580" y="548640"/>
            <a:ext cx="1474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R channel (bottom)</a:t>
            </a:r>
            <a:endParaRPr lang="en-US" sz="700" dirty="0"/>
          </a:p>
        </p:txBody>
      </p:sp>
      <p:pic>
        <p:nvPicPr>
          <p:cNvPr id="8" name="Image 2" descr="C:\Users\seub1\Desktop\[Paper] Diffusion virtual staining paper\analysis_output\paper_panels_depth\c_r_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0" y="731520"/>
            <a:ext cx="1474470" cy="120906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09210" y="548640"/>
            <a:ext cx="1474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B channel (top)</a:t>
            </a:r>
            <a:endParaRPr lang="en-US" sz="700" dirty="0"/>
          </a:p>
        </p:txBody>
      </p:sp>
      <p:pic>
        <p:nvPicPr>
          <p:cNvPr id="10" name="Image 3" descr="C:\Users\seub1\Desktop\[Paper] Diffusion virtual staining paper\analysis_output\paper_panels_depth\d_b_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210" y="731520"/>
            <a:ext cx="1474470" cy="120906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74320" y="2743200"/>
            <a:ext cx="1474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 Dominance map</a:t>
            </a:r>
            <a:endParaRPr lang="en-US" sz="700" dirty="0"/>
          </a:p>
        </p:txBody>
      </p:sp>
      <p:pic>
        <p:nvPicPr>
          <p:cNvPr id="12" name="Image 4" descr="C:\Users\seub1\Desktop\[Paper] Diffusion virtual staining paper\analysis_output\paper_panels_depth\e_do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926080"/>
            <a:ext cx="1474470" cy="120906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885950" y="2743200"/>
            <a:ext cx="1474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(f) R skeleton (R&gt;B)</a:t>
            </a:r>
            <a:endParaRPr lang="en-US" sz="700" dirty="0"/>
          </a:p>
        </p:txBody>
      </p:sp>
      <p:pic>
        <p:nvPicPr>
          <p:cNvPr id="14" name="Image 5" descr="C:\Users\seub1\Desktop\[Paper] Diffusion virtual staining paper\analysis_output\paper_panels_depth\f_r_s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950" y="2926080"/>
            <a:ext cx="1474470" cy="120906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497580" y="2743200"/>
            <a:ext cx="1474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(g) B skeleton (B&gt;R)</a:t>
            </a:r>
            <a:endParaRPr lang="en-US" sz="700" dirty="0"/>
          </a:p>
        </p:txBody>
      </p:sp>
      <p:pic>
        <p:nvPicPr>
          <p:cNvPr id="16" name="Image 6" descr="C:\Users\seub1\Desktop\[Paper] Diffusion virtual staining paper\analysis_output\paper_panels_depth\g_b_s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7580" y="2926080"/>
            <a:ext cx="1474470" cy="120906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109210" y="2743200"/>
            <a:ext cx="1474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(h) R+B overlay</a:t>
            </a:r>
            <a:endParaRPr lang="en-US" sz="700" dirty="0"/>
          </a:p>
        </p:txBody>
      </p:sp>
      <p:pic>
        <p:nvPicPr>
          <p:cNvPr id="18" name="Image 7" descr="C:\Users\seub1\Desktop\[Paper] Diffusion virtual staining paper\analysis_output\paper_panels_depth\h_rb_overl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9210" y="2926080"/>
            <a:ext cx="1474470" cy="1209065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74320" y="4937760"/>
            <a:ext cx="1474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(i) Single GT skel</a:t>
            </a:r>
            <a:endParaRPr lang="en-US" sz="700" dirty="0"/>
          </a:p>
        </p:txBody>
      </p:sp>
      <p:pic>
        <p:nvPicPr>
          <p:cNvPr id="20" name="Image 8" descr="C:\Users\seub1\Desktop\[Paper] Diffusion virtual staining paper\analysis_output\paper_panels_depth\i_sing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5120640"/>
            <a:ext cx="1474470" cy="1209065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885950" y="4937760"/>
            <a:ext cx="1474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(j) R bridged</a:t>
            </a:r>
            <a:endParaRPr lang="en-US" sz="700" dirty="0"/>
          </a:p>
        </p:txBody>
      </p:sp>
      <p:pic>
        <p:nvPicPr>
          <p:cNvPr id="22" name="Image 9" descr="C:\Users\seub1\Desktop\[Paper] Diffusion virtual staining paper\analysis_output\paper_panels_depth\j_r_b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85950" y="5120640"/>
            <a:ext cx="1474470" cy="1209065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497580" y="4937760"/>
            <a:ext cx="1474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(k) B bridged</a:t>
            </a:r>
            <a:endParaRPr lang="en-US" sz="700" dirty="0"/>
          </a:p>
        </p:txBody>
      </p:sp>
      <p:pic>
        <p:nvPicPr>
          <p:cNvPr id="24" name="Image 10" descr="C:\Users\seub1\Desktop\[Paper] Diffusion virtual staining paper\analysis_output\paper_panels_depth\k_b_b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97580" y="5120640"/>
            <a:ext cx="1474470" cy="1209065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5109210" y="4937760"/>
            <a:ext cx="1474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(l) R+B final</a:t>
            </a:r>
            <a:endParaRPr lang="en-US" sz="700" dirty="0"/>
          </a:p>
        </p:txBody>
      </p:sp>
      <p:pic>
        <p:nvPicPr>
          <p:cNvPr id="26" name="Image 11" descr="C:\Users\seub1\Desktop\[Paper] Diffusion virtual staining paper\analysis_output\paper_panels_depth\l_com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9210" y="5120640"/>
            <a:ext cx="1474470" cy="1209065"/>
          </a:xfrm>
          <a:prstGeom prst="rect">
            <a:avLst/>
          </a:prstGeom>
        </p:spPr>
      </p:pic>
      <p:pic>
        <p:nvPicPr>
          <p:cNvPr id="27" name="Image 12" descr="C:\Users\seub1\Desktop\[Paper] Diffusion virtual staining paper\analysis_output\paper_panels_depth\m_bar_char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320" y="7178040"/>
            <a:ext cx="3200400" cy="1828800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274320" y="6995160"/>
            <a:ext cx="1474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(m) Normalized metrics (N=215)</a:t>
            </a:r>
            <a:endParaRPr lang="en-US" sz="700" dirty="0"/>
          </a:p>
        </p:txBody>
      </p:sp>
      <p:sp>
        <p:nvSpPr>
          <p:cNvPr id="29" name="Text 14"/>
          <p:cNvSpPr/>
          <p:nvPr/>
        </p:nvSpPr>
        <p:spPr>
          <a:xfrm>
            <a:off x="3566160" y="6995160"/>
            <a:ext cx="1474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(n) Sample 1 Quantification (top 80%)</a:t>
            </a:r>
            <a:endParaRPr lang="en-US" sz="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7178040"/>
          <a:ext cx="3017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40080"/>
                <a:gridCol w="457200"/>
                <a:gridCol w="4572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GT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(R&gt;B)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(B&gt;R)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R+B sum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R+B real EP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15"/>
          <p:cNvSpPr/>
          <p:nvPr/>
        </p:nvSpPr>
        <p:spPr>
          <a:xfrm>
            <a:off x="3566160" y="8503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CC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Real EP  </a:t>
            </a:r>
            <a:pPr indent="0" marL="0">
              <a:buNone/>
            </a:pPr>
            <a:r>
              <a:rPr lang="en-US" sz="650" b="1" dirty="0">
                <a:solidFill>
                  <a:srgbClr val="00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</a:t>
            </a:r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Connected EP  </a:t>
            </a:r>
            <a:pPr indent="0" marL="0">
              <a:buNone/>
            </a:pPr>
            <a:r>
              <a:rPr lang="en-US" sz="6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Magenta</a:t>
            </a:r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Junction</a:t>
            </a:r>
            <a:endParaRPr lang="en-US" sz="650" dirty="0"/>
          </a:p>
        </p:txBody>
      </p:sp>
      <p:sp>
        <p:nvSpPr>
          <p:cNvPr id="32" name="Shape 16"/>
          <p:cNvSpPr/>
          <p:nvPr/>
        </p:nvSpPr>
        <p:spPr>
          <a:xfrm>
            <a:off x="274320" y="2606040"/>
            <a:ext cx="6309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3" name="Shape 17"/>
          <p:cNvSpPr/>
          <p:nvPr/>
        </p:nvSpPr>
        <p:spPr>
          <a:xfrm>
            <a:off x="274320" y="4800600"/>
            <a:ext cx="6309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4" name="Shape 18"/>
          <p:cNvSpPr/>
          <p:nvPr/>
        </p:nvSpPr>
        <p:spPr>
          <a:xfrm>
            <a:off x="274320" y="6995160"/>
            <a:ext cx="6309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Figure: Multi-color Depth-aware Vessel Analysis Pipeline</dc:title>
  <dc:subject>PptxGenJS Presentation</dc:subject>
  <dc:creator>Depth-aware Vessel Analysis</dc:creator>
  <cp:lastModifiedBy>Depth-aware Vessel Analysis</cp:lastModifiedBy>
  <cp:revision>1</cp:revision>
  <dcterms:created xsi:type="dcterms:W3CDTF">2026-03-23T16:00:42Z</dcterms:created>
  <dcterms:modified xsi:type="dcterms:W3CDTF">2026-03-23T16:00:42Z</dcterms:modified>
</cp:coreProperties>
</file>