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eub1\Desktop\[Paper] Diffusion virtual staining paper\analysis_output\dataset_figure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37160"/>
            <a:ext cx="6400800" cy="8641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89154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Multi-color depth-encoded fluorescence dataset. (a) BF to depth-encoded GT showing vessel network with color-coded depth information. (b) 8 individual z-layers with distinct color assignments spanning 0-80 µm MPS height. L1-L3: Top layer (Blue, 0-30 µm), L4-L5: Middle layer (Yellow, 30-50 µm), L6-L8: Bottom layer (Red, 50-80 µm). (c) Layer group merging to multi-color maximum intensity projection. (d) Hue distribution confirming separable depth-color encoding, and per-layer fluorescence intensity profile. (e) Mean depth maps showing spatial depth distribution across two representative samples.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2026-03-23T05:12:20Z</dcterms:created>
  <dcterms:modified xsi:type="dcterms:W3CDTF">2026-03-23T05:12:20Z</dcterms:modified>
</cp:coreProperties>
</file>