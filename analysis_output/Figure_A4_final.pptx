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pic>
        <p:nvPicPr>
          <p:cNvPr id="3" name="Image 0" descr="C:\Users\seub1\Desktop\[Paper] Diffusion virtual staining paper\analysis_output\panel_a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0040"/>
            <a:ext cx="6309360" cy="3520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pic>
        <p:nvPicPr>
          <p:cNvPr id="5" name="Image 1" descr="C:\Users\seub1\Desktop\[Paper] Diffusion virtual staining paper\analysis_output\panel_b_18-19-512_b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788920"/>
            <a:ext cx="1508760" cy="1508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263347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700" dirty="0"/>
          </a:p>
        </p:txBody>
      </p:sp>
      <p:pic>
        <p:nvPicPr>
          <p:cNvPr id="7" name="Image 2" descr="C:\Users\seub1\Desktop\[Paper] Diffusion virtual staining paper\analysis_output\panel_b_18-19-512_f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74520" y="2788920"/>
            <a:ext cx="1508760" cy="1508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74520" y="263347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700" dirty="0"/>
          </a:p>
        </p:txBody>
      </p:sp>
      <p:pic>
        <p:nvPicPr>
          <p:cNvPr id="9" name="Image 3" descr="C:\Users\seub1\Desktop\[Paper] Diffusion virtual staining paper\analysis_output\panel_b_18-19-512_singl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74720" y="2788920"/>
            <a:ext cx="1508760" cy="1508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74720" y="263347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</a:t>
            </a:r>
            <a:endParaRPr lang="en-US" sz="700" dirty="0"/>
          </a:p>
        </p:txBody>
      </p:sp>
      <p:pic>
        <p:nvPicPr>
          <p:cNvPr id="11" name="Image 4" descr="C:\Users\seub1\Desktop\[Paper] Diffusion virtual staining paper\analysis_output\panel_b_18-19-512_multi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4920" y="2788920"/>
            <a:ext cx="1508760" cy="1508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074920" y="263347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</a:t>
            </a:r>
            <a:endParaRPr lang="en-US" sz="700" dirty="0"/>
          </a:p>
        </p:txBody>
      </p:sp>
      <p:sp>
        <p:nvSpPr>
          <p:cNvPr id="13" name="Text 6"/>
          <p:cNvSpPr/>
          <p:nvPr/>
        </p:nvSpPr>
        <p:spPr>
          <a:xfrm>
            <a:off x="18288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pic>
        <p:nvPicPr>
          <p:cNvPr id="14" name="Image 5" descr="C:\Users\seub1\Desktop\[Paper] Diffusion virtual staining paper\analysis_output\panel_c_cle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617720"/>
            <a:ext cx="3840480" cy="2778929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4846320"/>
          <a:ext cx="2468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457200"/>
                <a:gridCol w="502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Single/Multi</a:t>
                      </a:r>
                      <a:endParaRPr lang="en-US" sz="700" dirty="0"/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SEM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p-value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1.231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0.088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1.154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0.031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0.954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0.010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1.043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0.005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7"/>
          <p:cNvSpPr/>
          <p:nvPr/>
        </p:nvSpPr>
        <p:spPr>
          <a:xfrm>
            <a:off x="182880" y="6720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pic>
        <p:nvPicPr>
          <p:cNvPr id="17" name="Image 6" descr="C:\Users\seub1\Desktop\[Paper] Diffusion virtual staining paper\analysis_output\panel_d_cle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6903720"/>
            <a:ext cx="3840480" cy="2778929"/>
          </a:xfrm>
          <a:prstGeom prst="rect">
            <a:avLst/>
          </a:prstGeom>
        </p:spPr>
      </p:pic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7086600"/>
          <a:ext cx="2468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"/>
                <a:gridCol w="365760"/>
                <a:gridCol w="457200"/>
                <a:gridCol w="365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LBBDM</a:t>
                      </a:r>
                      <a:endParaRPr lang="en-US" sz="650" dirty="0"/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PBBDM</a:t>
                      </a:r>
                      <a:endParaRPr lang="en-US" sz="650" dirty="0"/>
                    </a:p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Ratio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Junction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0.787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0.874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0.766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0.611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0.653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1.120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0.953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1.084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0.952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1.131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1.097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0.974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8"/>
          <p:cNvSpPr/>
          <p:nvPr/>
        </p:nvSpPr>
        <p:spPr>
          <a:xfrm>
            <a:off x="274320" y="8915400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20% excluded (ECM baseline). Hole-filling applied. Per-layer independent metrics. N=215.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(a) - Editable Version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274320" cy="-54864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40480"/>
            <a:ext cx="365760" cy="-82296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017520"/>
            <a:ext cx="274320" cy="-64008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377440"/>
            <a:ext cx="27432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182880" cy="-54864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3017520"/>
            <a:ext cx="365760" cy="-1828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834640"/>
            <a:ext cx="457200" cy="-1828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651760"/>
            <a:ext cx="457200" cy="-36576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286000"/>
            <a:ext cx="274320" cy="-64008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4389120"/>
            <a:ext cx="-36576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3657600"/>
            <a:ext cx="-457200" cy="-73152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926080"/>
            <a:ext cx="-457200" cy="-45720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468880"/>
            <a:ext cx="-457200" cy="-45720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011680"/>
            <a:ext cx="-457200" cy="-640080"/>
          </a:xfrm>
          <a:prstGeom prst="line">
            <a:avLst/>
          </a:prstGeom>
          <a:noFill/>
          <a:ln w="10160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926080"/>
            <a:ext cx="-365760" cy="27432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3200400"/>
            <a:ext cx="-365760" cy="27432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474720"/>
            <a:ext cx="-274320" cy="-91440"/>
          </a:xfrm>
          <a:prstGeom prst="line">
            <a:avLst/>
          </a:prstGeom>
          <a:noFill/>
          <a:ln w="762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2468880"/>
            <a:ext cx="274320" cy="27432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80160" y="2103120"/>
            <a:ext cx="274320" cy="27432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920240" y="2331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junction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(Depth-separated)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4389120"/>
            <a:ext cx="274320" cy="-54864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840480"/>
            <a:ext cx="365760" cy="-82296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17520"/>
            <a:ext cx="274320" cy="-64008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377440"/>
            <a:ext cx="274320" cy="-73152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1645920"/>
            <a:ext cx="182880" cy="-548640"/>
          </a:xfrm>
          <a:prstGeom prst="line">
            <a:avLst/>
          </a:prstGeom>
          <a:noFill/>
          <a:ln w="101600">
            <a:solidFill>
              <a:srgbClr val="448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17520"/>
            <a:ext cx="365760" cy="-1828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834640"/>
            <a:ext cx="457200" cy="-1828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2651760"/>
            <a:ext cx="457200" cy="-36576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286000"/>
            <a:ext cx="274320" cy="-640080"/>
          </a:xfrm>
          <a:prstGeom prst="line">
            <a:avLst/>
          </a:prstGeom>
          <a:noFill/>
          <a:ln w="76200">
            <a:solidFill>
              <a:srgbClr val="4488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389120"/>
            <a:ext cx="-365760" cy="-73152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657600"/>
            <a:ext cx="-457200" cy="-73152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926080"/>
            <a:ext cx="-457200" cy="-45720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468880"/>
            <a:ext cx="-457200" cy="-45720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2011680"/>
            <a:ext cx="-457200" cy="-640080"/>
          </a:xfrm>
          <a:prstGeom prst="line">
            <a:avLst/>
          </a:prstGeom>
          <a:noFill/>
          <a:ln w="101600">
            <a:solidFill>
              <a:srgbClr val="CC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2926080"/>
            <a:ext cx="-365760" cy="27432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3200400"/>
            <a:ext cx="-365760" cy="27432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474720"/>
            <a:ext cx="-274320" cy="-91440"/>
          </a:xfrm>
          <a:prstGeom prst="line">
            <a:avLst/>
          </a:prstGeom>
          <a:noFill/>
          <a:ln w="76200">
            <a:solidFill>
              <a:srgbClr val="CC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2468880"/>
            <a:ext cx="274320" cy="274320"/>
          </a:xfrm>
          <a:prstGeom prst="ellipse">
            <a:avLst/>
          </a:prstGeom>
          <a:noFill/>
          <a:ln w="25400">
            <a:solidFill>
              <a:srgbClr val="00AA0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63440" y="2103120"/>
            <a:ext cx="274320" cy="274320"/>
          </a:xfrm>
          <a:prstGeom prst="ellipse">
            <a:avLst/>
          </a:prstGeom>
          <a:noFill/>
          <a:ln w="25400">
            <a:solidFill>
              <a:srgbClr val="00AA0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3035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junction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(different depth)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14400" y="4480560"/>
            <a:ext cx="274320" cy="109728"/>
          </a:xfrm>
          <a:prstGeom prst="rect">
            <a:avLst/>
          </a:prstGeom>
          <a:solidFill>
            <a:srgbClr val="CC5555"/>
          </a:solidFill>
          <a:ln/>
        </p:spPr>
      </p:sp>
      <p:sp>
        <p:nvSpPr>
          <p:cNvPr id="46" name="Text 44"/>
          <p:cNvSpPr/>
          <p:nvPr/>
        </p:nvSpPr>
        <p:spPr>
          <a:xfrm>
            <a:off x="1280160" y="4462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0" y="4480560"/>
            <a:ext cx="274320" cy="109728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4462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0" y="4480560"/>
            <a:ext cx="274320" cy="1097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0" y="4462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2026-03-23T03:07:01Z</dcterms:created>
  <dcterms:modified xsi:type="dcterms:W3CDTF">2026-03-23T03:07:01Z</dcterms:modified>
</cp:coreProperties>
</file>