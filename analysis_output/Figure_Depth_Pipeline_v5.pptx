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 Vessel Network Analysis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Brightfield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a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30352"/>
            <a:ext cx="1444752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</a:t>
            </a:r>
            <a:endParaRPr lang="en-US" sz="700" dirty="0"/>
          </a:p>
        </p:txBody>
      </p:sp>
      <p:pic>
        <p:nvPicPr>
          <p:cNvPr id="6" name="Image 1" descr="C:\Users\seub1\Desktop\[Paper] Diffusion virtual staining paper\analysis_output\paper_panels_depth\b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530352"/>
            <a:ext cx="1444752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56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 channel</a:t>
            </a:r>
            <a:endParaRPr lang="en-US" sz="700" dirty="0"/>
          </a:p>
        </p:txBody>
      </p:sp>
      <p:pic>
        <p:nvPicPr>
          <p:cNvPr id="8" name="Image 2" descr="C:\Users\seub1\Desktop\[Paper] Diffusion virtual staining paper\analysis_output\paper_panels_depth\c_r_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530352"/>
            <a:ext cx="1444752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204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B channel</a:t>
            </a:r>
            <a:endParaRPr lang="en-US" sz="700" dirty="0"/>
          </a:p>
        </p:txBody>
      </p:sp>
      <p:pic>
        <p:nvPicPr>
          <p:cNvPr id="10" name="Image 3" descr="C:\Users\seub1\Desktop\[Paper] Diffusion virtual staining paper\analysis_output\paper_panels_depth\d_b_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30352"/>
            <a:ext cx="1444752" cy="11887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28600" y="1810512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2860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R-B dominance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paper_panels_depth\e_d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048256"/>
            <a:ext cx="1444752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8308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R skeleton</a:t>
            </a:r>
            <a:endParaRPr lang="en-US" sz="700" dirty="0"/>
          </a:p>
        </p:txBody>
      </p:sp>
      <p:pic>
        <p:nvPicPr>
          <p:cNvPr id="15" name="Image 5" descr="C:\Users\seub1\Desktop\[Paper] Diffusion virtual staining paper\analysis_output\paper_panels_depth\f_r_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2048256"/>
            <a:ext cx="1444752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3756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B skeleton</a:t>
            </a:r>
            <a:endParaRPr lang="en-US" sz="700" dirty="0"/>
          </a:p>
        </p:txBody>
      </p:sp>
      <p:pic>
        <p:nvPicPr>
          <p:cNvPr id="17" name="Image 6" descr="C:\Users\seub1\Desktop\[Paper] Diffusion virtual staining paper\analysis_output\paper_panels_depth\g_b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048256"/>
            <a:ext cx="1444752" cy="11887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9204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R+B overlay</a:t>
            </a:r>
            <a:endParaRPr lang="en-US" sz="700" dirty="0"/>
          </a:p>
        </p:txBody>
      </p:sp>
      <p:pic>
        <p:nvPicPr>
          <p:cNvPr id="19" name="Image 7" descr="C:\Users\seub1\Desktop\[Paper] Diffusion virtual staining paper\analysis_output\paper_panels_depth\h_rb_overl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048256"/>
            <a:ext cx="1444752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28600" y="3328416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22860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Single GT skel</a:t>
            </a:r>
            <a:endParaRPr lang="en-US" sz="700" dirty="0"/>
          </a:p>
        </p:txBody>
      </p:sp>
      <p:pic>
        <p:nvPicPr>
          <p:cNvPr id="22" name="Image 8" descr="C:\Users\seub1\Desktop\[Paper] Diffusion virtual staining paper\analysis_output\paper_panels_depth\i_sing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566160"/>
            <a:ext cx="1444752" cy="11887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78308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R bridged</a:t>
            </a:r>
            <a:endParaRPr lang="en-US" sz="700" dirty="0"/>
          </a:p>
        </p:txBody>
      </p:sp>
      <p:pic>
        <p:nvPicPr>
          <p:cNvPr id="24" name="Image 9" descr="C:\Users\seub1\Desktop\[Paper] Diffusion virtual staining paper\analysis_output\paper_panels_depth\j_r_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3080" y="3566160"/>
            <a:ext cx="1444752" cy="11887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33756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(k) B bridged</a:t>
            </a:r>
            <a:endParaRPr lang="en-US" sz="700" dirty="0"/>
          </a:p>
        </p:txBody>
      </p:sp>
      <p:pic>
        <p:nvPicPr>
          <p:cNvPr id="26" name="Image 10" descr="C:\Users\seub1\Desktop\[Paper] Diffusion virtual staining paper\analysis_output\paper_panels_depth\k_b_b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566160"/>
            <a:ext cx="1444752" cy="11887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89204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(l) R+B combined</a:t>
            </a:r>
            <a:endParaRPr lang="en-US" sz="700" dirty="0"/>
          </a:p>
        </p:txBody>
      </p:sp>
      <p:pic>
        <p:nvPicPr>
          <p:cNvPr id="28" name="Image 11" descr="C:\Users\seub1\Desktop\[Paper] Diffusion virtual staining paper\analysis_output\paper_panels_depth\l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566160"/>
            <a:ext cx="1444752" cy="118872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22860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(i') Single skel only</a:t>
            </a:r>
            <a:endParaRPr lang="en-US" sz="700" dirty="0"/>
          </a:p>
        </p:txBody>
      </p:sp>
      <p:pic>
        <p:nvPicPr>
          <p:cNvPr id="30" name="Image 12" descr="C:\Users\seub1\Desktop\[Paper] Diffusion virtual staining paper\analysis_output\paper_panels_depth\i_single_n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4956048"/>
            <a:ext cx="1444752" cy="118872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78308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(j') R skel only</a:t>
            </a:r>
            <a:endParaRPr lang="en-US" sz="700" dirty="0"/>
          </a:p>
        </p:txBody>
      </p:sp>
      <p:pic>
        <p:nvPicPr>
          <p:cNvPr id="32" name="Image 13" descr="C:\Users\seub1\Desktop\[Paper] Diffusion virtual staining paper\analysis_output\paper_panels_depth\j_r_br_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3080" y="4956048"/>
            <a:ext cx="1444752" cy="118872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333756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(k') B skel only</a:t>
            </a:r>
            <a:endParaRPr lang="en-US" sz="700" dirty="0"/>
          </a:p>
        </p:txBody>
      </p:sp>
      <p:pic>
        <p:nvPicPr>
          <p:cNvPr id="34" name="Image 14" descr="C:\Users\seub1\Desktop\[Paper] Diffusion virtual staining paper\analysis_output\paper_panels_depth\k_b_br_n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7560" y="4956048"/>
            <a:ext cx="1444752" cy="118872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489204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(l') R+B skel only</a:t>
            </a:r>
            <a:endParaRPr lang="en-US" sz="700" dirty="0"/>
          </a:p>
        </p:txBody>
      </p:sp>
      <p:pic>
        <p:nvPicPr>
          <p:cNvPr id="36" name="Image 15" descr="C:\Users\seub1\Desktop\[Paper] Diffusion virtual staining paper\analysis_output\paper_panels_depth\l_comb_n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2040" y="4956048"/>
            <a:ext cx="1444752" cy="1188720"/>
          </a:xfrm>
          <a:prstGeom prst="rect">
            <a:avLst/>
          </a:prstGeom>
        </p:spPr>
      </p:pic>
      <p:sp>
        <p:nvSpPr>
          <p:cNvPr id="37" name="Shape 19"/>
          <p:cNvSpPr/>
          <p:nvPr/>
        </p:nvSpPr>
        <p:spPr>
          <a:xfrm>
            <a:off x="228600" y="6071616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Text 20"/>
          <p:cNvSpPr/>
          <p:nvPr/>
        </p:nvSpPr>
        <p:spPr>
          <a:xfrm>
            <a:off x="228600" y="6117336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  </a:t>
            </a:r>
            <a:pPr indent="0" marL="0">
              <a:buNone/>
            </a:pPr>
            <a:r>
              <a:rPr lang="en-US" sz="55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skel  </a:t>
            </a:r>
            <a:pPr indent="0" marL="0">
              <a:buNone/>
            </a:pPr>
            <a:r>
              <a:rPr lang="en-US" sz="5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  </a:t>
            </a:r>
            <a:pPr indent="0" marL="0">
              <a:buNone/>
            </a:pPr>
            <a:r>
              <a:rPr lang="en-US" sz="5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overlap  </a:t>
            </a:r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Yellow○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Cyan○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Conn.EP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(m) Gap Bridging Process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m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" y="548640"/>
            <a:ext cx="1965960" cy="1554480"/>
          </a:xfrm>
          <a:prstGeom prst="rect">
            <a:avLst/>
          </a:prstGeom>
        </p:spPr>
      </p:pic>
      <p:pic>
        <p:nvPicPr>
          <p:cNvPr id="5" name="Image 1" descr="C:\Users\seub1\Desktop\[Paper] Diffusion virtual staining paper\analysis_output\paper_panels_depth\m_brid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548640"/>
            <a:ext cx="1965960" cy="1554480"/>
          </a:xfrm>
          <a:prstGeom prst="rect">
            <a:avLst/>
          </a:prstGeom>
        </p:spPr>
      </p:pic>
      <p:pic>
        <p:nvPicPr>
          <p:cNvPr id="6" name="Image 2" descr="C:\Users\seub1\Desktop\[Paper] Diffusion virtual staining paper\analysis_output\paper_panels_depth\m_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548640"/>
            <a:ext cx="1965960" cy="15544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15468" y="2121408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(filtered)</a:t>
            </a:r>
            <a:endParaRPr lang="en-US" sz="600" dirty="0"/>
          </a:p>
        </p:txBody>
      </p:sp>
      <p:sp>
        <p:nvSpPr>
          <p:cNvPr id="8" name="Text 3"/>
          <p:cNvSpPr/>
          <p:nvPr/>
        </p:nvSpPr>
        <p:spPr>
          <a:xfrm>
            <a:off x="2446020" y="2121408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600" dirty="0"/>
          </a:p>
        </p:txBody>
      </p:sp>
      <p:sp>
        <p:nvSpPr>
          <p:cNvPr id="9" name="Text 4"/>
          <p:cNvSpPr/>
          <p:nvPr/>
        </p:nvSpPr>
        <p:spPr>
          <a:xfrm>
            <a:off x="4576572" y="2121408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(connected)</a:t>
            </a:r>
            <a:endParaRPr lang="en-US" sz="600" dirty="0"/>
          </a:p>
        </p:txBody>
      </p:sp>
      <p:sp>
        <p:nvSpPr>
          <p:cNvPr id="10" name="Text 5"/>
          <p:cNvSpPr/>
          <p:nvPr/>
        </p:nvSpPr>
        <p:spPr>
          <a:xfrm>
            <a:off x="2226564" y="1216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357116" y="1216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28600" y="23317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28600" y="24231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 Bridge Zoom Detail (Before → Bridging → After)</a:t>
            </a:r>
            <a:endParaRPr lang="en-US" sz="700" dirty="0"/>
          </a:p>
        </p:txBody>
      </p:sp>
      <p:pic>
        <p:nvPicPr>
          <p:cNvPr id="14" name="Image 3" descr="C:\Users\seub1\Desktop\[Paper] Diffusion virtual staining paper\analysis_output\paper_panels_depth\n_zoom_1_bef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697480"/>
            <a:ext cx="658368" cy="658368"/>
          </a:xfrm>
          <a:prstGeom prst="rect">
            <a:avLst/>
          </a:prstGeom>
        </p:spPr>
      </p:pic>
      <p:pic>
        <p:nvPicPr>
          <p:cNvPr id="15" name="Image 4" descr="C:\Users\seub1\Desktop\[Paper] Diffusion virtual staining paper\analysis_output\paper_panels_depth\n_zoom_1_brid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97480"/>
            <a:ext cx="658368" cy="658368"/>
          </a:xfrm>
          <a:prstGeom prst="rect">
            <a:avLst/>
          </a:prstGeom>
        </p:spPr>
      </p:pic>
      <p:pic>
        <p:nvPicPr>
          <p:cNvPr id="16" name="Image 5" descr="C:\Users\seub1\Desktop\[Paper] Diffusion virtual staining paper\analysis_output\paper_panels_depth\n_zoom_1_af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344" y="2697480"/>
            <a:ext cx="658368" cy="6583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19456" y="3383280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#1</a:t>
            </a:r>
            <a:endParaRPr lang="en-US" sz="550" dirty="0"/>
          </a:p>
        </p:txBody>
      </p:sp>
      <p:sp>
        <p:nvSpPr>
          <p:cNvPr id="18" name="Text 10"/>
          <p:cNvSpPr/>
          <p:nvPr/>
        </p:nvSpPr>
        <p:spPr>
          <a:xfrm>
            <a:off x="219456" y="2606040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450" dirty="0"/>
          </a:p>
        </p:txBody>
      </p:sp>
      <p:sp>
        <p:nvSpPr>
          <p:cNvPr id="19" name="Text 11"/>
          <p:cNvSpPr/>
          <p:nvPr/>
        </p:nvSpPr>
        <p:spPr>
          <a:xfrm>
            <a:off x="914400" y="2606040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450" dirty="0"/>
          </a:p>
        </p:txBody>
      </p:sp>
      <p:sp>
        <p:nvSpPr>
          <p:cNvPr id="20" name="Text 12"/>
          <p:cNvSpPr/>
          <p:nvPr/>
        </p:nvSpPr>
        <p:spPr>
          <a:xfrm>
            <a:off x="1609344" y="2606040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450" dirty="0"/>
          </a:p>
        </p:txBody>
      </p:sp>
      <p:pic>
        <p:nvPicPr>
          <p:cNvPr id="21" name="Image 6" descr="C:\Users\seub1\Desktop\[Paper] Diffusion virtual staining paper\analysis_output\paper_panels_depth\n_zoom_2_befo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2697480"/>
            <a:ext cx="658368" cy="658368"/>
          </a:xfrm>
          <a:prstGeom prst="rect">
            <a:avLst/>
          </a:prstGeom>
        </p:spPr>
      </p:pic>
      <p:pic>
        <p:nvPicPr>
          <p:cNvPr id="22" name="Image 7" descr="C:\Users\seub1\Desktop\[Paper] Diffusion virtual staining paper\analysis_output\paper_panels_depth\n_zoom_2_bridg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9816" y="2697480"/>
            <a:ext cx="658368" cy="658368"/>
          </a:xfrm>
          <a:prstGeom prst="rect">
            <a:avLst/>
          </a:prstGeom>
        </p:spPr>
      </p:pic>
      <p:pic>
        <p:nvPicPr>
          <p:cNvPr id="23" name="Image 8" descr="C:\Users\seub1\Desktop\[Paper] Diffusion virtual staining paper\analysis_output\paper_panels_depth\n_zoom_2_af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760" y="2697480"/>
            <a:ext cx="658368" cy="6583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404872" y="3383280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#2</a:t>
            </a:r>
            <a:endParaRPr lang="en-US" sz="550" dirty="0"/>
          </a:p>
        </p:txBody>
      </p:sp>
      <p:pic>
        <p:nvPicPr>
          <p:cNvPr id="25" name="Image 9" descr="C:\Users\seub1\Desktop\[Paper] Diffusion virtual staining paper\analysis_output\paper_panels_depth\n_zoom_3_befor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288" y="2697480"/>
            <a:ext cx="658368" cy="658368"/>
          </a:xfrm>
          <a:prstGeom prst="rect">
            <a:avLst/>
          </a:prstGeom>
        </p:spPr>
      </p:pic>
      <p:pic>
        <p:nvPicPr>
          <p:cNvPr id="26" name="Image 10" descr="C:\Users\seub1\Desktop\[Paper] Diffusion virtual staining paper\analysis_output\paper_panels_depth\n_zoom_3_bridg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5232" y="2697480"/>
            <a:ext cx="658368" cy="658368"/>
          </a:xfrm>
          <a:prstGeom prst="rect">
            <a:avLst/>
          </a:prstGeom>
        </p:spPr>
      </p:pic>
      <p:pic>
        <p:nvPicPr>
          <p:cNvPr id="27" name="Image 11" descr="C:\Users\seub1\Desktop\[Paper] Diffusion virtual staining paper\analysis_output\paper_panels_depth\n_zoom_3_aft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0176" y="2697480"/>
            <a:ext cx="658368" cy="65836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590288" y="3383280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#3</a:t>
            </a:r>
            <a:endParaRPr lang="en-US" sz="550" dirty="0"/>
          </a:p>
        </p:txBody>
      </p:sp>
      <p:sp>
        <p:nvSpPr>
          <p:cNvPr id="29" name="Text 15"/>
          <p:cNvSpPr/>
          <p:nvPr/>
        </p:nvSpPr>
        <p:spPr>
          <a:xfrm>
            <a:off x="228600" y="3566160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 </a:t>
            </a:r>
            <a:pPr indent="0" marL="0">
              <a:buNone/>
            </a:pPr>
            <a:r>
              <a:rPr lang="en-US" sz="600" b="1" dirty="0">
                <a:solidFill>
                  <a:srgbClr val="32F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 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 Algorithm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548640"/>
            <a:ext cx="2011680" cy="164592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5603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skeleton pixels with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count = 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423160" y="548640"/>
            <a:ext cx="2011680" cy="164592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9631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 Estimation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back 10-20 px along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 → compute direction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2011680" cy="1645920"/>
          </a:xfrm>
          <a:prstGeom prst="rect">
            <a:avLst/>
          </a:prstGeom>
          <a:solidFill>
            <a:srgbClr val="2ECC71">
              <a:alpha val="15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3659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Matching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pair distance &lt; 80 px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&gt; cos(60°)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vessel mask overlap ≥ 70%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97280" y="2743200"/>
            <a:ext cx="2011680" cy="1645920"/>
          </a:xfrm>
          <a:prstGeom prst="rect">
            <a:avLst/>
          </a:prstGeom>
          <a:solidFill>
            <a:srgbClr val="3498DB">
              <a:alpha val="15000"/>
            </a:srgbClr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7043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Bézier Interpolation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P(t) = (1-t)³P₁ + 3(1-t)²tC₁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+ 3(1-t)t²C₂ + t³P₂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P₁ + 0.4d·t₁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840480" y="2743200"/>
            <a:ext cx="2011680" cy="1645920"/>
          </a:xfrm>
          <a:prstGeom prst="rect">
            <a:avLst/>
          </a:prstGeom>
          <a:solidFill>
            <a:srgbClr val="9B59B6">
              <a:alpha val="15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91363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 Select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(cos₁+cos₂)/2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d/dmax · 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vessel_ratio · 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Greedy: best-first, no reuse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94560" y="1371600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34840" y="1371600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29000" y="2194560"/>
            <a:ext cx="0" cy="5486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08960" y="3566160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28600" y="4480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Scheme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274320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Bridging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914400" cy="54864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5669280"/>
            <a:ext cx="137160" cy="13716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0" y="5760720"/>
            <a:ext cx="457200" cy="27432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103120" y="5897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00"/>
                </a:solidFill>
              </a:rPr>
              <a:t>t₁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45920" y="5760720"/>
            <a:ext cx="54864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103120" y="5943600"/>
            <a:ext cx="137160" cy="13716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6035040"/>
            <a:ext cx="-457200" cy="-27432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554480" y="56235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00"/>
                </a:solidFill>
              </a:rPr>
              <a:t>t₂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94560" y="6035040"/>
            <a:ext cx="731520" cy="45720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6217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</a:rPr>
              <a:t>gap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0" y="4754880"/>
            <a:ext cx="274320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Bridging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31920" y="5212080"/>
            <a:ext cx="914400" cy="54864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5760720"/>
            <a:ext cx="548640" cy="274320"/>
          </a:xfrm>
          <a:prstGeom prst="line">
            <a:avLst/>
          </a:prstGeom>
          <a:noFill/>
          <a:ln w="38100">
            <a:solidFill>
              <a:srgbClr val="00FF88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4663440" y="6080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8"/>
                </a:solidFill>
              </a:rPr>
              <a:t>Bézier bridge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394960" y="6035040"/>
            <a:ext cx="731520" cy="45720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576072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228600" y="68122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Examples</a:t>
            </a:r>
            <a:endParaRPr lang="en-US" sz="900" dirty="0"/>
          </a:p>
        </p:txBody>
      </p:sp>
      <p:pic>
        <p:nvPicPr>
          <p:cNvPr id="48" name="Image 0" descr="C:\Users\seub1\Desktop\[Paper] Diffusion virtual staining paper\analysis_output\paper_panels_depth\n_zoom_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040880"/>
            <a:ext cx="822960" cy="822960"/>
          </a:xfrm>
          <a:prstGeom prst="rect">
            <a:avLst/>
          </a:prstGeom>
        </p:spPr>
      </p:pic>
      <p:pic>
        <p:nvPicPr>
          <p:cNvPr id="49" name="Image 1" descr="C:\Users\seub1\Desktop\[Paper] Diffusion virtual staining paper\analysis_output\paper_panels_depth\n_zoom_1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7040880"/>
            <a:ext cx="822960" cy="82296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02920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</a:t>
            </a:r>
            <a:endParaRPr lang="en-US" sz="550" dirty="0"/>
          </a:p>
        </p:txBody>
      </p:sp>
      <p:pic>
        <p:nvPicPr>
          <p:cNvPr id="51" name="Image 2" descr="C:\Users\seub1\Desktop\[Paper] Diffusion virtual staining paper\analysis_output\paper_panels_depth\n_zoom_2_bef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7040880"/>
            <a:ext cx="822960" cy="822960"/>
          </a:xfrm>
          <a:prstGeom prst="rect">
            <a:avLst/>
          </a:prstGeom>
        </p:spPr>
      </p:pic>
      <p:pic>
        <p:nvPicPr>
          <p:cNvPr id="52" name="Image 3" descr="C:\Users\seub1\Desktop\[Paper] Diffusion virtual staining paper\analysis_output\paper_panels_depth\n_zoom_2_af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7040880"/>
            <a:ext cx="822960" cy="82296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2569464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</a:t>
            </a:r>
            <a:endParaRPr lang="en-US" sz="550" dirty="0"/>
          </a:p>
        </p:txBody>
      </p:sp>
      <p:pic>
        <p:nvPicPr>
          <p:cNvPr id="54" name="Image 4" descr="C:\Users\seub1\Desktop\[Paper] Diffusion virtual staining paper\analysis_output\paper_panels_depth\n_zoom_3_befo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7040880"/>
            <a:ext cx="822960" cy="822960"/>
          </a:xfrm>
          <a:prstGeom prst="rect">
            <a:avLst/>
          </a:prstGeom>
        </p:spPr>
      </p:pic>
      <p:pic>
        <p:nvPicPr>
          <p:cNvPr id="55" name="Image 5" descr="C:\Users\seub1\Desktop\[Paper] Diffusion virtual staining paper\analysis_output\paper_panels_depth\n_zoom_3_af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7040880"/>
            <a:ext cx="822960" cy="82296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4636008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Network Quantification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Single GT vs Multi GT (N=215, top 80%)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chart1_single_vs_mul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943600" cy="27432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594360"/>
          <a:ext cx="2103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"/>
                <a:gridCol w="457200"/>
                <a:gridCol w="45720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 GT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34747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28600" y="35478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Virtual Staining Models vs Multi GT</a:t>
            </a:r>
            <a:endParaRPr lang="en-US" sz="800" dirty="0"/>
          </a:p>
        </p:txBody>
      </p:sp>
      <p:pic>
        <p:nvPicPr>
          <p:cNvPr id="8" name="Image 1" descr="C:\Users\seub1\Desktop\[Paper] Diffusion virtual staining paper\analysis_output\paper_panels_depth\chart2_multi_vs_mod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749040"/>
            <a:ext cx="6583680" cy="2834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28600" y="672084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28600" y="67665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Normalized Metrics (Multi GT = 1.0)</a:t>
            </a:r>
            <a:endParaRPr lang="en-US" sz="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4630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228600" y="81381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 achieves the closest match to GT across all multi-color depth metrics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Multi-sample Depth-aware Skeleton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70332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 (bridged)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446020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 (bridged)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21708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 rot="16200000">
            <a:off x="18288" y="12573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1-19-716</a:t>
            </a:r>
            <a:endParaRPr lang="en-US" sz="550" dirty="0"/>
          </a:p>
        </p:txBody>
      </p:sp>
      <p:pic>
        <p:nvPicPr>
          <p:cNvPr id="7" name="Image 0" descr="C:\Users\seub1\Desktop\[Paper] Diffusion virtual staining paper\analysis_output\paper_panels_depth\extra_1-19-716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" y="548640"/>
            <a:ext cx="1965960" cy="16002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paper_panels_depth\extra_1-19-716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548640"/>
            <a:ext cx="1965960" cy="1600200"/>
          </a:xfrm>
          <a:prstGeom prst="rect">
            <a:avLst/>
          </a:prstGeom>
        </p:spPr>
      </p:pic>
      <p:pic>
        <p:nvPicPr>
          <p:cNvPr id="9" name="Image 2" descr="C:\Users\seub1\Desktop\[Paper] Diffusion virtual staining paper\analysis_output\paper_panels_depth\extra_1-19-716_co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548640"/>
            <a:ext cx="196596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 rot="16200000">
            <a:off x="18288" y="30586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9-15-512</a:t>
            </a:r>
            <a:endParaRPr lang="en-US" sz="550" dirty="0"/>
          </a:p>
        </p:txBody>
      </p:sp>
      <p:pic>
        <p:nvPicPr>
          <p:cNvPr id="11" name="Image 3" descr="C:\Users\seub1\Desktop\[Paper] Diffusion virtual staining paper\analysis_output\paper_panels_depth\extra_9-15-512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" y="2350008"/>
            <a:ext cx="1965960" cy="1600200"/>
          </a:xfrm>
          <a:prstGeom prst="rect">
            <a:avLst/>
          </a:prstGeom>
        </p:spPr>
      </p:pic>
      <p:pic>
        <p:nvPicPr>
          <p:cNvPr id="12" name="Image 4" descr="C:\Users\seub1\Desktop\[Paper] Diffusion virtual staining paper\analysis_output\paper_panels_depth\extra_9-15-512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020" y="2350008"/>
            <a:ext cx="1965960" cy="1600200"/>
          </a:xfrm>
          <a:prstGeom prst="rect">
            <a:avLst/>
          </a:prstGeom>
        </p:spPr>
      </p:pic>
      <p:pic>
        <p:nvPicPr>
          <p:cNvPr id="13" name="Image 5" descr="C:\Users\seub1\Desktop\[Paper] Diffusion virtual staining paper\analysis_output\paper_panels_depth\extra_9-15-512_com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708" y="2350008"/>
            <a:ext cx="1965960" cy="1600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 rot="16200000">
            <a:off x="18288" y="48600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16-18-716</a:t>
            </a:r>
            <a:endParaRPr lang="en-US" sz="550" dirty="0"/>
          </a:p>
        </p:txBody>
      </p:sp>
      <p:pic>
        <p:nvPicPr>
          <p:cNvPr id="15" name="Image 6" descr="C:\Users\seub1\Desktop\[Paper] Diffusion virtual staining paper\analysis_output\paper_panels_depth\extra_16-18-716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" y="4151376"/>
            <a:ext cx="1965960" cy="1600200"/>
          </a:xfrm>
          <a:prstGeom prst="rect">
            <a:avLst/>
          </a:prstGeom>
        </p:spPr>
      </p:pic>
      <p:pic>
        <p:nvPicPr>
          <p:cNvPr id="16" name="Image 7" descr="C:\Users\seub1\Desktop\[Paper] Diffusion virtual staining paper\analysis_output\paper_panels_depth\extra_16-18-716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020" y="4151376"/>
            <a:ext cx="1965960" cy="1600200"/>
          </a:xfrm>
          <a:prstGeom prst="rect">
            <a:avLst/>
          </a:prstGeom>
        </p:spPr>
      </p:pic>
      <p:pic>
        <p:nvPicPr>
          <p:cNvPr id="17" name="Image 8" descr="C:\Users\seub1\Desktop\[Paper] Diffusion virtual staining paper\analysis_output\paper_panels_depth\extra_16-18-716_com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1708" y="4151376"/>
            <a:ext cx="1965960" cy="16002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 rot="16200000">
            <a:off x="18288" y="66614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18-19-512</a:t>
            </a:r>
            <a:endParaRPr lang="en-US" sz="550" dirty="0"/>
          </a:p>
        </p:txBody>
      </p:sp>
      <p:pic>
        <p:nvPicPr>
          <p:cNvPr id="19" name="Image 9" descr="C:\Users\seub1\Desktop\[Paper] Diffusion virtual staining paper\analysis_output\paper_panels_depth\extra_18-19-512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332" y="5952744"/>
            <a:ext cx="1965960" cy="1600200"/>
          </a:xfrm>
          <a:prstGeom prst="rect">
            <a:avLst/>
          </a:prstGeom>
        </p:spPr>
      </p:pic>
      <p:pic>
        <p:nvPicPr>
          <p:cNvPr id="20" name="Image 10" descr="C:\Users\seub1\Desktop\[Paper] Diffusion virtual staining paper\analysis_output\paper_panels_depth\extra_18-19-512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46020" y="5952744"/>
            <a:ext cx="1965960" cy="1600200"/>
          </a:xfrm>
          <a:prstGeom prst="rect">
            <a:avLst/>
          </a:prstGeom>
        </p:spPr>
      </p:pic>
      <p:pic>
        <p:nvPicPr>
          <p:cNvPr id="21" name="Image 11" descr="C:\Users\seub1\Desktop\[Paper] Diffusion virtual staining paper\analysis_output\paper_panels_depth\extra_18-19-512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1708" y="5952744"/>
            <a:ext cx="1965960" cy="160020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 rot="16200000">
            <a:off x="18288" y="84627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1-16-512</a:t>
            </a:r>
            <a:endParaRPr lang="en-US" sz="550" dirty="0"/>
          </a:p>
        </p:txBody>
      </p:sp>
      <p:pic>
        <p:nvPicPr>
          <p:cNvPr id="23" name="Image 12" descr="C:\Users\seub1\Desktop\[Paper] Diffusion virtual staining paper\analysis_output\paper_panels_depth\extra_1-16-512_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332" y="7754112"/>
            <a:ext cx="1965960" cy="1600200"/>
          </a:xfrm>
          <a:prstGeom prst="rect">
            <a:avLst/>
          </a:prstGeom>
        </p:spPr>
      </p:pic>
      <p:pic>
        <p:nvPicPr>
          <p:cNvPr id="24" name="Image 13" descr="C:\Users\seub1\Desktop\[Paper] Diffusion virtual staining paper\analysis_output\paper_panels_depth\extra_1-16-512_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46020" y="7754112"/>
            <a:ext cx="1965960" cy="1600200"/>
          </a:xfrm>
          <a:prstGeom prst="rect">
            <a:avLst/>
          </a:prstGeom>
        </p:spPr>
      </p:pic>
      <p:pic>
        <p:nvPicPr>
          <p:cNvPr id="25" name="Image 14" descr="C:\Users\seub1\Desktop\[Paper] Diffusion virtual staining paper\analysis_output\paper_panels_depth\extra_1-16-512_com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708" y="7754112"/>
            <a:ext cx="196596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2026-03-25T15:05:05Z</dcterms:created>
  <dcterms:modified xsi:type="dcterms:W3CDTF">2026-03-25T15:05:05Z</dcterms:modified>
</cp:coreProperties>
</file>